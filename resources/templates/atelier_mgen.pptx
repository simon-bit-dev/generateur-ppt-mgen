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1pPr>
    <a:lvl2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2pPr>
    <a:lvl3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3pPr>
    <a:lvl4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4pPr>
    <a:lvl5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5pPr>
    <a:lvl6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6pPr>
    <a:lvl7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7pPr>
    <a:lvl8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8pPr>
    <a:lvl9pPr marL="0" marR="0" indent="0" algn="l" defTabSz="1719072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7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eonik MGEN Medium"/>
      </a:defRPr>
    </a:lvl9pPr>
  </p:defaultTextStyle>
  <p:extLst>
    <p:ext uri="{521415D9-36F7-43E2-AB2F-B90AF26B5E84}">
      <p14:sectionLst xmlns:p14="http://schemas.microsoft.com/office/powerpoint/2010/main">
        <p14:section name="Section par défaut" id="{684C0B59-C07A-4A12-9E52-CAB9C26B1E11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1C669-4BB3-425D-A80D-E829BA0ECD96}" v="16" dt="2026-07-30T09:56:20.452"/>
    <p1510:client id="{DC153078-E23A-4B13-BB69-92377F9FF45C}" v="129" dt="2026-07-30T07:13:14.86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8255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30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ROUX-GODEL Simon" userId="16d03cbf-c92b-4524-8de2-484d2197c301" providerId="ADAL" clId="{3A78655A-811A-4253-A079-BFE98ED96F16}"/>
    <pc:docChg chg="undo custSel addSld delSld modSld modMainMaster modSection">
      <pc:chgData name="LE ROUX-GODEL Simon" userId="16d03cbf-c92b-4524-8de2-484d2197c301" providerId="ADAL" clId="{3A78655A-811A-4253-A079-BFE98ED96F16}" dt="2026-07-30T09:56:20.452" v="559"/>
      <pc:docMkLst>
        <pc:docMk/>
      </pc:docMkLst>
      <pc:sldChg chg="modSp new del mod">
        <pc:chgData name="LE ROUX-GODEL Simon" userId="16d03cbf-c92b-4524-8de2-484d2197c301" providerId="ADAL" clId="{3A78655A-811A-4253-A079-BFE98ED96F16}" dt="2026-07-30T09:47:43.659" v="521" actId="47"/>
        <pc:sldMkLst>
          <pc:docMk/>
          <pc:sldMk cId="3030062237" sldId="256"/>
        </pc:sldMkLst>
        <pc:spChg chg="mod">
          <ac:chgData name="LE ROUX-GODEL Simon" userId="16d03cbf-c92b-4524-8de2-484d2197c301" providerId="ADAL" clId="{3A78655A-811A-4253-A079-BFE98ED96F16}" dt="2026-07-30T06:48:57.399" v="365" actId="790"/>
          <ac:spMkLst>
            <pc:docMk/>
            <pc:sldMk cId="3030062237" sldId="256"/>
            <ac:spMk id="2" creationId="{B814DBDA-7499-E974-72C1-3E4E0FB9FF9C}"/>
          </ac:spMkLst>
        </pc:spChg>
        <pc:spChg chg="mod">
          <ac:chgData name="LE ROUX-GODEL Simon" userId="16d03cbf-c92b-4524-8de2-484d2197c301" providerId="ADAL" clId="{3A78655A-811A-4253-A079-BFE98ED96F16}" dt="2026-07-30T06:48:57.399" v="365" actId="790"/>
          <ac:spMkLst>
            <pc:docMk/>
            <pc:sldMk cId="3030062237" sldId="256"/>
            <ac:spMk id="3" creationId="{6401A4A2-4601-3F86-B70F-DCBB1623E38C}"/>
          </ac:spMkLst>
        </pc:spChg>
        <pc:spChg chg="mod">
          <ac:chgData name="LE ROUX-GODEL Simon" userId="16d03cbf-c92b-4524-8de2-484d2197c301" providerId="ADAL" clId="{3A78655A-811A-4253-A079-BFE98ED96F16}" dt="2026-07-30T06:48:57.399" v="365" actId="790"/>
          <ac:spMkLst>
            <pc:docMk/>
            <pc:sldMk cId="3030062237" sldId="256"/>
            <ac:spMk id="4" creationId="{8308BA88-2F26-062F-302F-002FA4E6BCB4}"/>
          </ac:spMkLst>
        </pc:spChg>
        <pc:spChg chg="mod">
          <ac:chgData name="LE ROUX-GODEL Simon" userId="16d03cbf-c92b-4524-8de2-484d2197c301" providerId="ADAL" clId="{3A78655A-811A-4253-A079-BFE98ED96F16}" dt="2026-07-30T06:48:57.399" v="365" actId="790"/>
          <ac:spMkLst>
            <pc:docMk/>
            <pc:sldMk cId="3030062237" sldId="256"/>
            <ac:spMk id="5" creationId="{CEFF87FD-D927-E2A3-500F-E341F1F047EA}"/>
          </ac:spMkLst>
        </pc:spChg>
        <pc:spChg chg="mod">
          <ac:chgData name="LE ROUX-GODEL Simon" userId="16d03cbf-c92b-4524-8de2-484d2197c301" providerId="ADAL" clId="{3A78655A-811A-4253-A079-BFE98ED96F16}" dt="2026-07-30T06:48:57.399" v="365" actId="790"/>
          <ac:spMkLst>
            <pc:docMk/>
            <pc:sldMk cId="3030062237" sldId="256"/>
            <ac:spMk id="7" creationId="{A9098841-52E7-0981-8597-3C24BF4B7DBA}"/>
          </ac:spMkLst>
        </pc:spChg>
      </pc:sldChg>
      <pc:sldChg chg="modSp new del mod">
        <pc:chgData name="LE ROUX-GODEL Simon" userId="16d03cbf-c92b-4524-8de2-484d2197c301" providerId="ADAL" clId="{3A78655A-811A-4253-A079-BFE98ED96F16}" dt="2026-07-29T15:11:17.353" v="160" actId="47"/>
        <pc:sldMkLst>
          <pc:docMk/>
          <pc:sldMk cId="4153305813" sldId="257"/>
        </pc:sldMkLst>
        <pc:spChg chg="mod">
          <ac:chgData name="LE ROUX-GODEL Simon" userId="16d03cbf-c92b-4524-8de2-484d2197c301" providerId="ADAL" clId="{3A78655A-811A-4253-A079-BFE98ED96F16}" dt="2026-07-29T15:11:10.381" v="154" actId="20577"/>
          <ac:spMkLst>
            <pc:docMk/>
            <pc:sldMk cId="4153305813" sldId="257"/>
            <ac:spMk id="2" creationId="{24ACE302-5DF3-8145-5846-CDCE4A990C29}"/>
          </ac:spMkLst>
        </pc:spChg>
        <pc:spChg chg="mod">
          <ac:chgData name="LE ROUX-GODEL Simon" userId="16d03cbf-c92b-4524-8de2-484d2197c301" providerId="ADAL" clId="{3A78655A-811A-4253-A079-BFE98ED96F16}" dt="2026-07-29T15:11:11.593" v="157" actId="20577"/>
          <ac:spMkLst>
            <pc:docMk/>
            <pc:sldMk cId="4153305813" sldId="257"/>
            <ac:spMk id="3" creationId="{1A9A9641-DD81-4676-0440-2415FEFBD696}"/>
          </ac:spMkLst>
        </pc:spChg>
        <pc:spChg chg="mod">
          <ac:chgData name="LE ROUX-GODEL Simon" userId="16d03cbf-c92b-4524-8de2-484d2197c301" providerId="ADAL" clId="{3A78655A-811A-4253-A079-BFE98ED96F16}" dt="2026-07-29T15:11:08.182" v="150" actId="20577"/>
          <ac:spMkLst>
            <pc:docMk/>
            <pc:sldMk cId="4153305813" sldId="257"/>
            <ac:spMk id="4" creationId="{CE140E7D-E33C-07D0-5640-2A7CD16612EC}"/>
          </ac:spMkLst>
        </pc:spChg>
        <pc:spChg chg="mod">
          <ac:chgData name="LE ROUX-GODEL Simon" userId="16d03cbf-c92b-4524-8de2-484d2197c301" providerId="ADAL" clId="{3A78655A-811A-4253-A079-BFE98ED96F16}" dt="2026-07-29T15:11:13.758" v="159" actId="20577"/>
          <ac:spMkLst>
            <pc:docMk/>
            <pc:sldMk cId="4153305813" sldId="257"/>
            <ac:spMk id="5" creationId="{B11CF0BE-3551-89D5-A32D-ACD2A6B20338}"/>
          </ac:spMkLst>
        </pc:spChg>
      </pc:sldChg>
      <pc:sldMasterChg chg="addSp delSp modSp mod addSldLayout modSldLayout sldLayoutOrd">
        <pc:chgData name="LE ROUX-GODEL Simon" userId="16d03cbf-c92b-4524-8de2-484d2197c301" providerId="ADAL" clId="{3A78655A-811A-4253-A079-BFE98ED96F16}" dt="2026-07-30T09:56:20.452" v="559"/>
        <pc:sldMasterMkLst>
          <pc:docMk/>
          <pc:sldMasterMk cId="0" sldId="2147483648"/>
        </pc:sldMasterMkLst>
        <pc:spChg chg="add del mod">
          <ac:chgData name="LE ROUX-GODEL Simon" userId="16d03cbf-c92b-4524-8de2-484d2197c301" providerId="ADAL" clId="{3A78655A-811A-4253-A079-BFE98ED96F16}" dt="2026-07-30T09:36:10.318" v="513" actId="478"/>
          <ac:spMkLst>
            <pc:docMk/>
            <pc:sldMasterMk cId="0" sldId="2147483648"/>
            <ac:spMk id="2" creationId="{00000000-0000-0000-0000-000000000000}"/>
          </ac:spMkLst>
        </pc:spChg>
        <pc:spChg chg="del mod">
          <ac:chgData name="LE ROUX-GODEL Simon" userId="16d03cbf-c92b-4524-8de2-484d2197c301" providerId="ADAL" clId="{3A78655A-811A-4253-A079-BFE98ED96F16}" dt="2026-07-30T09:46:26.928" v="515" actId="478"/>
          <ac:spMkLst>
            <pc:docMk/>
            <pc:sldMasterMk cId="0" sldId="2147483648"/>
            <ac:spMk id="5" creationId="{00000000-0000-0000-0000-000000000000}"/>
          </ac:spMkLst>
        </pc:spChg>
        <pc:spChg chg="del mod">
          <ac:chgData name="LE ROUX-GODEL Simon" userId="16d03cbf-c92b-4524-8de2-484d2197c301" providerId="ADAL" clId="{3A78655A-811A-4253-A079-BFE98ED96F16}" dt="2026-07-30T09:46:27.751" v="516" actId="478"/>
          <ac:spMkLst>
            <pc:docMk/>
            <pc:sldMasterMk cId="0" sldId="2147483648"/>
            <ac:spMk id="6" creationId="{00000000-0000-0000-0000-000000000000}"/>
          </ac:spMkLst>
        </pc:spChg>
        <pc:picChg chg="add del mod">
          <ac:chgData name="LE ROUX-GODEL Simon" userId="16d03cbf-c92b-4524-8de2-484d2197c301" providerId="ADAL" clId="{3A78655A-811A-4253-A079-BFE98ED96F16}" dt="2026-07-30T09:46:45.028" v="520" actId="478"/>
          <ac:picMkLst>
            <pc:docMk/>
            <pc:sldMasterMk cId="0" sldId="2147483648"/>
            <ac:picMk id="3" creationId="{00000000-0000-0000-0000-000000000000}"/>
          </ac:picMkLst>
        </pc:picChg>
        <pc:picChg chg="add del">
          <ac:chgData name="LE ROUX-GODEL Simon" userId="16d03cbf-c92b-4524-8de2-484d2197c301" providerId="ADAL" clId="{3A78655A-811A-4253-A079-BFE98ED96F16}" dt="2026-07-30T09:46:44.362" v="519" actId="478"/>
          <ac:picMkLst>
            <pc:docMk/>
            <pc:sldMasterMk cId="0" sldId="2147483648"/>
            <ac:picMk id="4" creationId="{00000000-0000-0000-0000-000000000000}"/>
          </ac:picMkLst>
        </pc:picChg>
        <pc:sldLayoutChg chg="addSp delSp modSp mod ord">
          <pc:chgData name="LE ROUX-GODEL Simon" userId="16d03cbf-c92b-4524-8de2-484d2197c301" providerId="ADAL" clId="{3A78655A-811A-4253-A079-BFE98ED96F16}" dt="2026-07-30T09:31:52.630" v="506" actId="1076"/>
          <pc:sldLayoutMkLst>
            <pc:docMk/>
            <pc:sldMasterMk cId="0" sldId="2147483648"/>
            <pc:sldLayoutMk cId="0" sldId="2147483650"/>
          </pc:sldLayoutMkLst>
          <pc:spChg chg="add del mod">
            <ac:chgData name="LE ROUX-GODEL Simon" userId="16d03cbf-c92b-4524-8de2-484d2197c301" providerId="ADAL" clId="{3A78655A-811A-4253-A079-BFE98ED96F16}" dt="2026-07-30T09:18:16.321" v="494" actId="478"/>
            <ac:spMkLst>
              <pc:docMk/>
              <pc:sldMasterMk cId="0" sldId="2147483648"/>
              <pc:sldLayoutMk cId="0" sldId="2147483650"/>
              <ac:spMk id="2" creationId="{7237D2AE-B465-0B67-D3F0-DE52507F145D}"/>
            </ac:spMkLst>
          </pc:spChg>
          <pc:spChg chg="del">
            <ac:chgData name="LE ROUX-GODEL Simon" userId="16d03cbf-c92b-4524-8de2-484d2197c301" providerId="ADAL" clId="{3A78655A-811A-4253-A079-BFE98ED96F16}" dt="2026-07-30T07:09:46.474" v="397" actId="478"/>
            <ac:spMkLst>
              <pc:docMk/>
              <pc:sldMasterMk cId="0" sldId="2147483648"/>
              <pc:sldLayoutMk cId="0" sldId="2147483650"/>
              <ac:spMk id="3" creationId="{B7682EFA-6388-1F06-12C0-9D0CDEDBC3DE}"/>
            </ac:spMkLst>
          </pc:spChg>
          <pc:spChg chg="add mod">
            <ac:chgData name="LE ROUX-GODEL Simon" userId="16d03cbf-c92b-4524-8de2-484d2197c301" providerId="ADAL" clId="{3A78655A-811A-4253-A079-BFE98ED96F16}" dt="2026-07-29T15:11:53.937" v="164"/>
            <ac:spMkLst>
              <pc:docMk/>
              <pc:sldMasterMk cId="0" sldId="2147483648"/>
              <pc:sldLayoutMk cId="0" sldId="2147483650"/>
              <ac:spMk id="4" creationId="{60832A8B-8484-D822-9DB5-FEFE89495FA7}"/>
            </ac:spMkLst>
          </pc:spChg>
          <pc:spChg chg="add mod">
            <ac:chgData name="LE ROUX-GODEL Simon" userId="16d03cbf-c92b-4524-8de2-484d2197c301" providerId="ADAL" clId="{3A78655A-811A-4253-A079-BFE98ED96F16}" dt="2026-07-30T07:09:52.165" v="399"/>
            <ac:spMkLst>
              <pc:docMk/>
              <pc:sldMasterMk cId="0" sldId="2147483648"/>
              <pc:sldLayoutMk cId="0" sldId="2147483650"/>
              <ac:spMk id="4" creationId="{FBB456F4-74D0-36F1-7D64-AF964FAB1E53}"/>
            </ac:spMkLst>
          </pc:spChg>
          <pc:spChg chg="add del mod">
            <ac:chgData name="LE ROUX-GODEL Simon" userId="16d03cbf-c92b-4524-8de2-484d2197c301" providerId="ADAL" clId="{3A78655A-811A-4253-A079-BFE98ED96F16}" dt="2026-07-30T07:11:54.950" v="455" actId="478"/>
            <ac:spMkLst>
              <pc:docMk/>
              <pc:sldMasterMk cId="0" sldId="2147483648"/>
              <pc:sldLayoutMk cId="0" sldId="2147483650"/>
              <ac:spMk id="5" creationId="{5A17195F-ED0A-6FF0-C5A1-A776FEC2717E}"/>
            </ac:spMkLst>
          </pc:spChg>
          <pc:spChg chg="add mod">
            <ac:chgData name="LE ROUX-GODEL Simon" userId="16d03cbf-c92b-4524-8de2-484d2197c301" providerId="ADAL" clId="{3A78655A-811A-4253-A079-BFE98ED96F16}" dt="2026-07-30T07:12:04.293" v="458"/>
            <ac:spMkLst>
              <pc:docMk/>
              <pc:sldMasterMk cId="0" sldId="2147483648"/>
              <pc:sldLayoutMk cId="0" sldId="2147483650"/>
              <ac:spMk id="6" creationId="{115D6A50-9DA1-7AD9-8EF2-8BFB870FF829}"/>
            </ac:spMkLst>
          </pc:spChg>
          <pc:spChg chg="add mod">
            <ac:chgData name="LE ROUX-GODEL Simon" userId="16d03cbf-c92b-4524-8de2-484d2197c301" providerId="ADAL" clId="{3A78655A-811A-4253-A079-BFE98ED96F16}" dt="2026-07-30T07:11:55.913" v="456"/>
            <ac:spMkLst>
              <pc:docMk/>
              <pc:sldMasterMk cId="0" sldId="2147483648"/>
              <pc:sldLayoutMk cId="0" sldId="2147483650"/>
              <ac:spMk id="7" creationId="{759C2BF2-72B3-495E-94F3-34E77AE6FBE8}"/>
            </ac:spMkLst>
          </pc:spChg>
          <pc:spChg chg="del mod">
            <ac:chgData name="LE ROUX-GODEL Simon" userId="16d03cbf-c92b-4524-8de2-484d2197c301" providerId="ADAL" clId="{3A78655A-811A-4253-A079-BFE98ED96F16}" dt="2026-07-30T09:31:44.981" v="504" actId="478"/>
            <ac:spMkLst>
              <pc:docMk/>
              <pc:sldMasterMk cId="0" sldId="2147483648"/>
              <pc:sldLayoutMk cId="0" sldId="2147483650"/>
              <ac:spMk id="26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9:18:50.553" v="499" actId="478"/>
            <ac:spMkLst>
              <pc:docMk/>
              <pc:sldMasterMk cId="0" sldId="2147483648"/>
              <pc:sldLayoutMk cId="0" sldId="2147483650"/>
              <ac:spMk id="27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30T09:18:48.469" v="498" actId="478"/>
            <ac:spMkLst>
              <pc:docMk/>
              <pc:sldMasterMk cId="0" sldId="2147483648"/>
              <pc:sldLayoutMk cId="0" sldId="2147483650"/>
              <ac:spMk id="28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7:09:48.135" v="398" actId="478"/>
            <ac:spMkLst>
              <pc:docMk/>
              <pc:sldMasterMk cId="0" sldId="2147483648"/>
              <pc:sldLayoutMk cId="0" sldId="2147483650"/>
              <ac:spMk id="31" creationId="{00000000-0000-0000-0000-000000000000}"/>
            </ac:spMkLst>
          </pc:spChg>
          <pc:picChg chg="add mod">
            <ac:chgData name="LE ROUX-GODEL Simon" userId="16d03cbf-c92b-4524-8de2-484d2197c301" providerId="ADAL" clId="{3A78655A-811A-4253-A079-BFE98ED96F16}" dt="2026-07-30T09:31:52.630" v="506" actId="1076"/>
            <ac:picMkLst>
              <pc:docMk/>
              <pc:sldMasterMk cId="0" sldId="2147483648"/>
              <pc:sldLayoutMk cId="0" sldId="2147483650"/>
              <ac:picMk id="8" creationId="{62ABC326-B4F8-9364-0BAD-BCFE74637D4B}"/>
            </ac:picMkLst>
          </pc:picChg>
          <pc:picChg chg="del">
            <ac:chgData name="LE ROUX-GODEL Simon" userId="16d03cbf-c92b-4524-8de2-484d2197c301" providerId="ADAL" clId="{3A78655A-811A-4253-A079-BFE98ED96F16}" dt="2026-07-30T07:13:04.554" v="474" actId="478"/>
            <ac:picMkLst>
              <pc:docMk/>
              <pc:sldMasterMk cId="0" sldId="2147483648"/>
              <pc:sldLayoutMk cId="0" sldId="2147483650"/>
              <ac:picMk id="29" creationId="{00000000-0000-0000-0000-000000000000}"/>
            </ac:picMkLst>
          </pc:picChg>
        </pc:sldLayoutChg>
        <pc:sldLayoutChg chg="addSp delSp modSp mod ord">
          <pc:chgData name="LE ROUX-GODEL Simon" userId="16d03cbf-c92b-4524-8de2-484d2197c301" providerId="ADAL" clId="{3A78655A-811A-4253-A079-BFE98ED96F16}" dt="2026-07-30T09:56:08.882" v="551"/>
          <pc:sldLayoutMkLst>
            <pc:docMk/>
            <pc:sldMasterMk cId="0" sldId="2147483648"/>
            <pc:sldLayoutMk cId="0" sldId="2147483652"/>
          </pc:sldLayoutMkLst>
          <pc:spChg chg="mod">
            <ac:chgData name="LE ROUX-GODEL Simon" userId="16d03cbf-c92b-4524-8de2-484d2197c301" providerId="ADAL" clId="{3A78655A-811A-4253-A079-BFE98ED96F16}" dt="2026-07-29T15:33:49.806" v="255" actId="1076"/>
            <ac:spMkLst>
              <pc:docMk/>
              <pc:sldMasterMk cId="0" sldId="2147483648"/>
              <pc:sldLayoutMk cId="0" sldId="2147483652"/>
              <ac:spMk id="2" creationId="{018D0A77-7319-10BC-EBA8-A59CB803806B}"/>
            </ac:spMkLst>
          </pc:spChg>
          <pc:spChg chg="add mod">
            <ac:chgData name="LE ROUX-GODEL Simon" userId="16d03cbf-c92b-4524-8de2-484d2197c301" providerId="ADAL" clId="{3A78655A-811A-4253-A079-BFE98ED96F16}" dt="2026-07-30T09:56:08.882" v="551"/>
            <ac:spMkLst>
              <pc:docMk/>
              <pc:sldMasterMk cId="0" sldId="2147483648"/>
              <pc:sldLayoutMk cId="0" sldId="2147483652"/>
              <ac:spMk id="3" creationId="{36871EDB-3656-1A8D-C337-D1739E7AC0BA}"/>
            </ac:spMkLst>
          </pc:spChg>
          <pc:spChg chg="add del mod">
            <ac:chgData name="LE ROUX-GODEL Simon" userId="16d03cbf-c92b-4524-8de2-484d2197c301" providerId="ADAL" clId="{3A78655A-811A-4253-A079-BFE98ED96F16}" dt="2026-07-29T15:14:12.553" v="180" actId="478"/>
            <ac:spMkLst>
              <pc:docMk/>
              <pc:sldMasterMk cId="0" sldId="2147483648"/>
              <pc:sldLayoutMk cId="0" sldId="2147483652"/>
              <ac:spMk id="3" creationId="{E69CFC1E-6DE0-F93C-D831-EA85E8849FFC}"/>
            </ac:spMkLst>
          </pc:spChg>
          <pc:spChg chg="mod">
            <ac:chgData name="LE ROUX-GODEL Simon" userId="16d03cbf-c92b-4524-8de2-484d2197c301" providerId="ADAL" clId="{3A78655A-811A-4253-A079-BFE98ED96F16}" dt="2026-07-29T15:33:49.806" v="255" actId="1076"/>
            <ac:spMkLst>
              <pc:docMk/>
              <pc:sldMasterMk cId="0" sldId="2147483648"/>
              <pc:sldLayoutMk cId="0" sldId="2147483652"/>
              <ac:spMk id="4" creationId="{A0A1FD12-2214-A396-BA4D-24272834BE8B}"/>
            </ac:spMkLst>
          </pc:spChg>
          <pc:spChg chg="add del mod">
            <ac:chgData name="LE ROUX-GODEL Simon" userId="16d03cbf-c92b-4524-8de2-484d2197c301" providerId="ADAL" clId="{3A78655A-811A-4253-A079-BFE98ED96F16}" dt="2026-07-29T15:14:12.553" v="180" actId="478"/>
            <ac:spMkLst>
              <pc:docMk/>
              <pc:sldMasterMk cId="0" sldId="2147483648"/>
              <pc:sldLayoutMk cId="0" sldId="2147483652"/>
              <ac:spMk id="5" creationId="{D0A52377-DD9B-E606-4584-B2808A9BCFEE}"/>
            </ac:spMkLst>
          </pc:spChg>
          <pc:spChg chg="add mod">
            <ac:chgData name="LE ROUX-GODEL Simon" userId="16d03cbf-c92b-4524-8de2-484d2197c301" providerId="ADAL" clId="{3A78655A-811A-4253-A079-BFE98ED96F16}" dt="2026-07-29T15:26:23.666" v="246"/>
            <ac:spMkLst>
              <pc:docMk/>
              <pc:sldMasterMk cId="0" sldId="2147483648"/>
              <pc:sldLayoutMk cId="0" sldId="2147483652"/>
              <ac:spMk id="6" creationId="{0E02AE68-B3A5-7958-ACAB-AE381BD3CE87}"/>
            </ac:spMkLst>
          </pc:spChg>
          <pc:spChg chg="add mod">
            <ac:chgData name="LE ROUX-GODEL Simon" userId="16d03cbf-c92b-4524-8de2-484d2197c301" providerId="ADAL" clId="{3A78655A-811A-4253-A079-BFE98ED96F16}" dt="2026-07-29T15:26:23.666" v="246"/>
            <ac:spMkLst>
              <pc:docMk/>
              <pc:sldMasterMk cId="0" sldId="2147483648"/>
              <pc:sldLayoutMk cId="0" sldId="2147483652"/>
              <ac:spMk id="7" creationId="{0A17F46D-9666-E10A-ACF2-D1314BAA99F7}"/>
            </ac:spMkLst>
          </pc:spChg>
          <pc:spChg chg="add del mod">
            <ac:chgData name="LE ROUX-GODEL Simon" userId="16d03cbf-c92b-4524-8de2-484d2197c301" providerId="ADAL" clId="{3A78655A-811A-4253-A079-BFE98ED96F16}" dt="2026-07-30T09:55:00.671" v="536" actId="478"/>
            <ac:spMkLst>
              <pc:docMk/>
              <pc:sldMasterMk cId="0" sldId="2147483648"/>
              <pc:sldLayoutMk cId="0" sldId="2147483652"/>
              <ac:spMk id="8" creationId="{1DDC5890-58B1-15B8-8416-B2601FBBA91A}"/>
            </ac:spMkLst>
          </pc:spChg>
        </pc:sldLayoutChg>
        <pc:sldLayoutChg chg="addSp delSp modSp mod ord">
          <pc:chgData name="LE ROUX-GODEL Simon" userId="16d03cbf-c92b-4524-8de2-484d2197c301" providerId="ADAL" clId="{3A78655A-811A-4253-A079-BFE98ED96F16}" dt="2026-07-30T07:13:14.861" v="477"/>
          <pc:sldLayoutMkLst>
            <pc:docMk/>
            <pc:sldMasterMk cId="0" sldId="2147483648"/>
            <pc:sldLayoutMk cId="0" sldId="2147483653"/>
          </pc:sldLayoutMkLst>
          <pc:spChg chg="mod">
            <ac:chgData name="LE ROUX-GODEL Simon" userId="16d03cbf-c92b-4524-8de2-484d2197c301" providerId="ADAL" clId="{3A78655A-811A-4253-A079-BFE98ED96F16}" dt="2026-07-30T07:12:47.789" v="469" actId="20577"/>
            <ac:spMkLst>
              <pc:docMk/>
              <pc:sldMasterMk cId="0" sldId="2147483648"/>
              <pc:sldLayoutMk cId="0" sldId="2147483653"/>
              <ac:spMk id="78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29T15:12:14.961" v="169" actId="478"/>
            <ac:spMkLst>
              <pc:docMk/>
              <pc:sldMasterMk cId="0" sldId="2147483648"/>
              <pc:sldLayoutMk cId="0" sldId="2147483653"/>
              <ac:spMk id="79" creationId="{00000000-0000-0000-0000-000000000000}"/>
            </ac:spMkLst>
          </pc:spChg>
          <pc:picChg chg="add mod">
            <ac:chgData name="LE ROUX-GODEL Simon" userId="16d03cbf-c92b-4524-8de2-484d2197c301" providerId="ADAL" clId="{3A78655A-811A-4253-A079-BFE98ED96F16}" dt="2026-07-30T07:13:14.861" v="477"/>
            <ac:picMkLst>
              <pc:docMk/>
              <pc:sldMasterMk cId="0" sldId="2147483648"/>
              <pc:sldLayoutMk cId="0" sldId="2147483653"/>
              <ac:picMk id="2" creationId="{B446179F-53B0-AB75-0495-C8F3F1ED6C81}"/>
            </ac:picMkLst>
          </pc:picChg>
          <pc:picChg chg="del mod">
            <ac:chgData name="LE ROUX-GODEL Simon" userId="16d03cbf-c92b-4524-8de2-484d2197c301" providerId="ADAL" clId="{3A78655A-811A-4253-A079-BFE98ED96F16}" dt="2026-07-30T07:13:13.772" v="476" actId="478"/>
            <ac:picMkLst>
              <pc:docMk/>
              <pc:sldMasterMk cId="0" sldId="2147483648"/>
              <pc:sldLayoutMk cId="0" sldId="2147483653"/>
              <ac:picMk id="77" creationId="{00000000-0000-0000-0000-000000000000}"/>
            </ac:picMkLst>
          </pc:picChg>
        </pc:sldLayoutChg>
        <pc:sldLayoutChg chg="addSp delSp modSp mod">
          <pc:chgData name="LE ROUX-GODEL Simon" userId="16d03cbf-c92b-4524-8de2-484d2197c301" providerId="ADAL" clId="{3A78655A-811A-4253-A079-BFE98ED96F16}" dt="2026-07-30T09:56:07.671" v="550"/>
          <pc:sldLayoutMkLst>
            <pc:docMk/>
            <pc:sldMasterMk cId="0" sldId="2147483648"/>
            <pc:sldLayoutMk cId="0" sldId="2147483655"/>
          </pc:sldLayoutMkLst>
          <pc:spChg chg="add del mod">
            <ac:chgData name="LE ROUX-GODEL Simon" userId="16d03cbf-c92b-4524-8de2-484d2197c301" providerId="ADAL" clId="{3A78655A-811A-4253-A079-BFE98ED96F16}" dt="2026-07-29T15:13:57.599" v="176" actId="478"/>
            <ac:spMkLst>
              <pc:docMk/>
              <pc:sldMasterMk cId="0" sldId="2147483648"/>
              <pc:sldLayoutMk cId="0" sldId="2147483655"/>
              <ac:spMk id="2" creationId="{6C1E77CD-D190-8A2D-BC60-08DB42339E67}"/>
            </ac:spMkLst>
          </pc:spChg>
          <pc:spChg chg="add mod">
            <ac:chgData name="LE ROUX-GODEL Simon" userId="16d03cbf-c92b-4524-8de2-484d2197c301" providerId="ADAL" clId="{3A78655A-811A-4253-A079-BFE98ED96F16}" dt="2026-07-30T09:56:07.671" v="550"/>
            <ac:spMkLst>
              <pc:docMk/>
              <pc:sldMasterMk cId="0" sldId="2147483648"/>
              <pc:sldLayoutMk cId="0" sldId="2147483655"/>
              <ac:spMk id="2" creationId="{97BFF5B4-CF82-B4C1-5A33-4FCF49A50142}"/>
            </ac:spMkLst>
          </pc:spChg>
          <pc:spChg chg="mod">
            <ac:chgData name="LE ROUX-GODEL Simon" userId="16d03cbf-c92b-4524-8de2-484d2197c301" providerId="ADAL" clId="{3A78655A-811A-4253-A079-BFE98ED96F16}" dt="2026-07-29T15:34:11.227" v="257" actId="1076"/>
            <ac:spMkLst>
              <pc:docMk/>
              <pc:sldMasterMk cId="0" sldId="2147483648"/>
              <pc:sldLayoutMk cId="0" sldId="2147483655"/>
              <ac:spMk id="3" creationId="{E723BF5E-0A75-1207-73A0-0354E122AC6A}"/>
            </ac:spMkLst>
          </pc:spChg>
          <pc:spChg chg="add del mod">
            <ac:chgData name="LE ROUX-GODEL Simon" userId="16d03cbf-c92b-4524-8de2-484d2197c301" providerId="ADAL" clId="{3A78655A-811A-4253-A079-BFE98ED96F16}" dt="2026-07-29T15:13:57.599" v="176" actId="478"/>
            <ac:spMkLst>
              <pc:docMk/>
              <pc:sldMasterMk cId="0" sldId="2147483648"/>
              <pc:sldLayoutMk cId="0" sldId="2147483655"/>
              <ac:spMk id="4" creationId="{956E32F5-6BC0-80EC-A974-A9B62F03F029}"/>
            </ac:spMkLst>
          </pc:spChg>
          <pc:spChg chg="add del">
            <ac:chgData name="LE ROUX-GODEL Simon" userId="16d03cbf-c92b-4524-8de2-484d2197c301" providerId="ADAL" clId="{3A78655A-811A-4253-A079-BFE98ED96F16}" dt="2026-07-29T15:15:29.877" v="194" actId="11529"/>
            <ac:spMkLst>
              <pc:docMk/>
              <pc:sldMasterMk cId="0" sldId="2147483648"/>
              <pc:sldLayoutMk cId="0" sldId="2147483655"/>
              <ac:spMk id="5" creationId="{4D0AB3E4-04E2-455A-854D-98CE9B185A95}"/>
            </ac:spMkLst>
          </pc:spChg>
          <pc:spChg chg="add del mod">
            <ac:chgData name="LE ROUX-GODEL Simon" userId="16d03cbf-c92b-4524-8de2-484d2197c301" providerId="ADAL" clId="{3A78655A-811A-4253-A079-BFE98ED96F16}" dt="2026-07-29T15:15:31.455" v="195" actId="478"/>
            <ac:spMkLst>
              <pc:docMk/>
              <pc:sldMasterMk cId="0" sldId="2147483648"/>
              <pc:sldLayoutMk cId="0" sldId="2147483655"/>
              <ac:spMk id="6" creationId="{703D6675-49CD-BF90-9DD7-1A1C9B84F796}"/>
            </ac:spMkLst>
          </pc:spChg>
          <pc:spChg chg="add del">
            <ac:chgData name="LE ROUX-GODEL Simon" userId="16d03cbf-c92b-4524-8de2-484d2197c301" providerId="ADAL" clId="{3A78655A-811A-4253-A079-BFE98ED96F16}" dt="2026-07-29T15:15:43.300" v="196" actId="11529"/>
            <ac:spMkLst>
              <pc:docMk/>
              <pc:sldMasterMk cId="0" sldId="2147483648"/>
              <pc:sldLayoutMk cId="0" sldId="2147483655"/>
              <ac:spMk id="7" creationId="{12E21ED8-4C43-3C65-82A4-CAD3C59501C5}"/>
            </ac:spMkLst>
          </pc:spChg>
          <pc:spChg chg="add mod">
            <ac:chgData name="LE ROUX-GODEL Simon" userId="16d03cbf-c92b-4524-8de2-484d2197c301" providerId="ADAL" clId="{3A78655A-811A-4253-A079-BFE98ED96F16}" dt="2026-07-29T15:26:02.969" v="243" actId="1076"/>
            <ac:spMkLst>
              <pc:docMk/>
              <pc:sldMasterMk cId="0" sldId="2147483648"/>
              <pc:sldLayoutMk cId="0" sldId="2147483655"/>
              <ac:spMk id="8" creationId="{97AB2D74-ED7B-A74A-36D0-E2F119C7998E}"/>
            </ac:spMkLst>
          </pc:spChg>
          <pc:spChg chg="add del">
            <ac:chgData name="LE ROUX-GODEL Simon" userId="16d03cbf-c92b-4524-8de2-484d2197c301" providerId="ADAL" clId="{3A78655A-811A-4253-A079-BFE98ED96F16}" dt="2026-07-29T15:16:29.605" v="204" actId="11529"/>
            <ac:spMkLst>
              <pc:docMk/>
              <pc:sldMasterMk cId="0" sldId="2147483648"/>
              <pc:sldLayoutMk cId="0" sldId="2147483655"/>
              <ac:spMk id="9" creationId="{DEF17C91-8323-AD98-E12A-524C3BED63A7}"/>
            </ac:spMkLst>
          </pc:spChg>
          <pc:spChg chg="add mod">
            <ac:chgData name="LE ROUX-GODEL Simon" userId="16d03cbf-c92b-4524-8de2-484d2197c301" providerId="ADAL" clId="{3A78655A-811A-4253-A079-BFE98ED96F16}" dt="2026-07-29T15:26:02.969" v="243" actId="1076"/>
            <ac:spMkLst>
              <pc:docMk/>
              <pc:sldMasterMk cId="0" sldId="2147483648"/>
              <pc:sldLayoutMk cId="0" sldId="2147483655"/>
              <ac:spMk id="10" creationId="{1D8B57B8-EB94-27BB-FC8F-33AF4B6F3F04}"/>
            </ac:spMkLst>
          </pc:spChg>
          <pc:spChg chg="add del mod">
            <ac:chgData name="LE ROUX-GODEL Simon" userId="16d03cbf-c92b-4524-8de2-484d2197c301" providerId="ADAL" clId="{3A78655A-811A-4253-A079-BFE98ED96F16}" dt="2026-07-30T09:55:04.829" v="537" actId="478"/>
            <ac:spMkLst>
              <pc:docMk/>
              <pc:sldMasterMk cId="0" sldId="2147483648"/>
              <pc:sldLayoutMk cId="0" sldId="2147483655"/>
              <ac:spMk id="11" creationId="{89EAB7C6-0B6C-6F41-C761-D57311F30C6E}"/>
            </ac:spMkLst>
          </pc:spChg>
          <pc:spChg chg="mod">
            <ac:chgData name="LE ROUX-GODEL Simon" userId="16d03cbf-c92b-4524-8de2-484d2197c301" providerId="ADAL" clId="{3A78655A-811A-4253-A079-BFE98ED96F16}" dt="2026-07-29T15:33:59.542" v="256" actId="1076"/>
            <ac:spMkLst>
              <pc:docMk/>
              <pc:sldMasterMk cId="0" sldId="2147483648"/>
              <pc:sldLayoutMk cId="0" sldId="2147483655"/>
              <ac:spMk id="122" creationId="{00000000-0000-0000-0000-000000000000}"/>
            </ac:spMkLst>
          </pc:spChg>
        </pc:sldLayoutChg>
        <pc:sldLayoutChg chg="addSp delSp modSp mod">
          <pc:chgData name="LE ROUX-GODEL Simon" userId="16d03cbf-c92b-4524-8de2-484d2197c301" providerId="ADAL" clId="{3A78655A-811A-4253-A079-BFE98ED96F16}" dt="2026-07-30T07:11:50.118" v="454" actId="1076"/>
          <pc:sldLayoutMkLst>
            <pc:docMk/>
            <pc:sldMasterMk cId="0" sldId="2147483648"/>
            <pc:sldLayoutMk cId="0" sldId="2147483656"/>
          </pc:sldLayoutMkLst>
          <pc:spChg chg="add del mod">
            <ac:chgData name="LE ROUX-GODEL Simon" userId="16d03cbf-c92b-4524-8de2-484d2197c301" providerId="ADAL" clId="{3A78655A-811A-4253-A079-BFE98ED96F16}" dt="2026-07-30T07:11:15.596" v="452" actId="478"/>
            <ac:spMkLst>
              <pc:docMk/>
              <pc:sldMasterMk cId="0" sldId="2147483648"/>
              <pc:sldLayoutMk cId="0" sldId="2147483656"/>
              <ac:spMk id="2" creationId="{4388C54A-8CFE-A9CB-768B-664F754C0A7A}"/>
            </ac:spMkLst>
          </pc:spChg>
          <pc:spChg chg="add mod">
            <ac:chgData name="LE ROUX-GODEL Simon" userId="16d03cbf-c92b-4524-8de2-484d2197c301" providerId="ADAL" clId="{3A78655A-811A-4253-A079-BFE98ED96F16}" dt="2026-07-30T07:11:50.118" v="454" actId="1076"/>
            <ac:spMkLst>
              <pc:docMk/>
              <pc:sldMasterMk cId="0" sldId="2147483648"/>
              <pc:sldLayoutMk cId="0" sldId="2147483656"/>
              <ac:spMk id="4" creationId="{28DB8E9F-98BB-B340-30B6-DDC868951143}"/>
            </ac:spMkLst>
          </pc:spChg>
          <pc:spChg chg="del mod">
            <ac:chgData name="LE ROUX-GODEL Simon" userId="16d03cbf-c92b-4524-8de2-484d2197c301" providerId="ADAL" clId="{3A78655A-811A-4253-A079-BFE98ED96F16}" dt="2026-07-29T14:40:54.948" v="35" actId="478"/>
            <ac:spMkLst>
              <pc:docMk/>
              <pc:sldMasterMk cId="0" sldId="2147483648"/>
              <pc:sldLayoutMk cId="0" sldId="2147483656"/>
              <ac:spMk id="6" creationId="{3BE526B2-8B06-7CD7-3746-62D7C201A2CF}"/>
            </ac:spMkLst>
          </pc:spChg>
          <pc:spChg chg="mod">
            <ac:chgData name="LE ROUX-GODEL Simon" userId="16d03cbf-c92b-4524-8de2-484d2197c301" providerId="ADAL" clId="{3A78655A-811A-4253-A079-BFE98ED96F16}" dt="2026-07-29T15:15:07.878" v="192" actId="1076"/>
            <ac:spMkLst>
              <pc:docMk/>
              <pc:sldMasterMk cId="0" sldId="2147483648"/>
              <pc:sldLayoutMk cId="0" sldId="2147483656"/>
              <ac:spMk id="135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29T15:15:11.819" v="193" actId="478"/>
            <ac:spMkLst>
              <pc:docMk/>
              <pc:sldMasterMk cId="0" sldId="2147483648"/>
              <pc:sldLayoutMk cId="0" sldId="2147483656"/>
              <ac:spMk id="139" creationId="{00000000-0000-0000-0000-000000000000}"/>
            </ac:spMkLst>
          </pc:spChg>
        </pc:sldLayoutChg>
        <pc:sldLayoutChg chg="addSp delSp modSp mod">
          <pc:chgData name="LE ROUX-GODEL Simon" userId="16d03cbf-c92b-4524-8de2-484d2197c301" providerId="ADAL" clId="{3A78655A-811A-4253-A079-BFE98ED96F16}" dt="2026-07-30T09:56:10.615" v="552"/>
          <pc:sldLayoutMkLst>
            <pc:docMk/>
            <pc:sldMasterMk cId="0" sldId="2147483648"/>
            <pc:sldLayoutMk cId="0" sldId="2147483657"/>
          </pc:sldLayoutMkLst>
          <pc:spChg chg="add mod">
            <ac:chgData name="LE ROUX-GODEL Simon" userId="16d03cbf-c92b-4524-8de2-484d2197c301" providerId="ADAL" clId="{3A78655A-811A-4253-A079-BFE98ED96F16}" dt="2026-07-30T09:56:10.615" v="552"/>
            <ac:spMkLst>
              <pc:docMk/>
              <pc:sldMasterMk cId="0" sldId="2147483648"/>
              <pc:sldLayoutMk cId="0" sldId="2147483657"/>
              <ac:spMk id="2" creationId="{67583BAD-1103-FC27-EC37-A969F0906382}"/>
            </ac:spMkLst>
          </pc:spChg>
          <pc:spChg chg="add del mod">
            <ac:chgData name="LE ROUX-GODEL Simon" userId="16d03cbf-c92b-4524-8de2-484d2197c301" providerId="ADAL" clId="{3A78655A-811A-4253-A079-BFE98ED96F16}" dt="2026-07-29T15:14:16.622" v="181" actId="478"/>
            <ac:spMkLst>
              <pc:docMk/>
              <pc:sldMasterMk cId="0" sldId="2147483648"/>
              <pc:sldLayoutMk cId="0" sldId="2147483657"/>
              <ac:spMk id="2" creationId="{F48422DA-B77D-664A-9D47-55877B234F27}"/>
            </ac:spMkLst>
          </pc:spChg>
          <pc:spChg chg="add del mod">
            <ac:chgData name="LE ROUX-GODEL Simon" userId="16d03cbf-c92b-4524-8de2-484d2197c301" providerId="ADAL" clId="{3A78655A-811A-4253-A079-BFE98ED96F16}" dt="2026-07-29T15:14:16.622" v="181" actId="478"/>
            <ac:spMkLst>
              <pc:docMk/>
              <pc:sldMasterMk cId="0" sldId="2147483648"/>
              <pc:sldLayoutMk cId="0" sldId="2147483657"/>
              <ac:spMk id="4" creationId="{5F8E2F49-2082-79A8-A332-4F244F78F9FB}"/>
            </ac:spMkLst>
          </pc:spChg>
          <pc:spChg chg="del mod">
            <ac:chgData name="LE ROUX-GODEL Simon" userId="16d03cbf-c92b-4524-8de2-484d2197c301" providerId="ADAL" clId="{3A78655A-811A-4253-A079-BFE98ED96F16}" dt="2026-07-29T14:49:08.487" v="111" actId="478"/>
            <ac:spMkLst>
              <pc:docMk/>
              <pc:sldMasterMk cId="0" sldId="2147483648"/>
              <pc:sldLayoutMk cId="0" sldId="2147483657"/>
              <ac:spMk id="6" creationId="{78AF8FD2-0D64-273D-DF1E-FCC69C1B3F87}"/>
            </ac:spMkLst>
          </pc:spChg>
          <pc:spChg chg="del">
            <ac:chgData name="LE ROUX-GODEL Simon" userId="16d03cbf-c92b-4524-8de2-484d2197c301" providerId="ADAL" clId="{3A78655A-811A-4253-A079-BFE98ED96F16}" dt="2026-07-29T14:49:08.487" v="111" actId="478"/>
            <ac:spMkLst>
              <pc:docMk/>
              <pc:sldMasterMk cId="0" sldId="2147483648"/>
              <pc:sldLayoutMk cId="0" sldId="2147483657"/>
              <ac:spMk id="7" creationId="{7696C1D1-7CD4-3DD7-6B17-09787292244C}"/>
            </ac:spMkLst>
          </pc:spChg>
          <pc:spChg chg="add mod">
            <ac:chgData name="LE ROUX-GODEL Simon" userId="16d03cbf-c92b-4524-8de2-484d2197c301" providerId="ADAL" clId="{3A78655A-811A-4253-A079-BFE98ED96F16}" dt="2026-07-29T15:26:26.728" v="247"/>
            <ac:spMkLst>
              <pc:docMk/>
              <pc:sldMasterMk cId="0" sldId="2147483648"/>
              <pc:sldLayoutMk cId="0" sldId="2147483657"/>
              <ac:spMk id="8" creationId="{D7804EDD-E272-DD40-4CB2-544711EB1A51}"/>
            </ac:spMkLst>
          </pc:spChg>
          <pc:spChg chg="add mod">
            <ac:chgData name="LE ROUX-GODEL Simon" userId="16d03cbf-c92b-4524-8de2-484d2197c301" providerId="ADAL" clId="{3A78655A-811A-4253-A079-BFE98ED96F16}" dt="2026-07-29T15:26:26.728" v="247"/>
            <ac:spMkLst>
              <pc:docMk/>
              <pc:sldMasterMk cId="0" sldId="2147483648"/>
              <pc:sldLayoutMk cId="0" sldId="2147483657"/>
              <ac:spMk id="9" creationId="{7769B41D-0290-778D-3C7D-6665256D7D27}"/>
            </ac:spMkLst>
          </pc:spChg>
          <pc:spChg chg="add del mod">
            <ac:chgData name="LE ROUX-GODEL Simon" userId="16d03cbf-c92b-4524-8de2-484d2197c301" providerId="ADAL" clId="{3A78655A-811A-4253-A079-BFE98ED96F16}" dt="2026-07-30T09:54:57.953" v="535" actId="478"/>
            <ac:spMkLst>
              <pc:docMk/>
              <pc:sldMasterMk cId="0" sldId="2147483648"/>
              <pc:sldLayoutMk cId="0" sldId="2147483657"/>
              <ac:spMk id="10" creationId="{ACC20683-9CC4-9BA0-CC8C-FF86BB0771E9}"/>
            </ac:spMkLst>
          </pc:spChg>
        </pc:sldLayoutChg>
        <pc:sldLayoutChg chg="addSp delSp modSp mod ord">
          <pc:chgData name="LE ROUX-GODEL Simon" userId="16d03cbf-c92b-4524-8de2-484d2197c301" providerId="ADAL" clId="{3A78655A-811A-4253-A079-BFE98ED96F16}" dt="2026-07-30T09:56:13.348" v="554"/>
          <pc:sldLayoutMkLst>
            <pc:docMk/>
            <pc:sldMasterMk cId="0" sldId="2147483648"/>
            <pc:sldLayoutMk cId="0" sldId="2147483660"/>
          </pc:sldLayoutMkLst>
          <pc:spChg chg="add mod">
            <ac:chgData name="LE ROUX-GODEL Simon" userId="16d03cbf-c92b-4524-8de2-484d2197c301" providerId="ADAL" clId="{3A78655A-811A-4253-A079-BFE98ED96F16}" dt="2026-07-30T09:56:13.348" v="554"/>
            <ac:spMkLst>
              <pc:docMk/>
              <pc:sldMasterMk cId="0" sldId="2147483648"/>
              <pc:sldLayoutMk cId="0" sldId="2147483660"/>
              <ac:spMk id="4" creationId="{54C66AEA-52B1-AA5F-A329-BA6EC9B5E75C}"/>
            </ac:spMkLst>
          </pc:spChg>
          <pc:spChg chg="add del mod">
            <ac:chgData name="LE ROUX-GODEL Simon" userId="16d03cbf-c92b-4524-8de2-484d2197c301" providerId="ADAL" clId="{3A78655A-811A-4253-A079-BFE98ED96F16}" dt="2026-07-30T07:01:30.631" v="393" actId="478"/>
            <ac:spMkLst>
              <pc:docMk/>
              <pc:sldMasterMk cId="0" sldId="2147483648"/>
              <pc:sldLayoutMk cId="0" sldId="2147483660"/>
              <ac:spMk id="4" creationId="{59EF1EE3-AF2B-4DBD-E36C-0D17516FC3D3}"/>
            </ac:spMkLst>
          </pc:spChg>
          <pc:spChg chg="del">
            <ac:chgData name="LE ROUX-GODEL Simon" userId="16d03cbf-c92b-4524-8de2-484d2197c301" providerId="ADAL" clId="{3A78655A-811A-4253-A079-BFE98ED96F16}" dt="2026-07-29T14:49:26.719" v="115" actId="478"/>
            <ac:spMkLst>
              <pc:docMk/>
              <pc:sldMasterMk cId="0" sldId="2147483648"/>
              <pc:sldLayoutMk cId="0" sldId="2147483660"/>
              <ac:spMk id="4" creationId="{8C63B42B-9E49-29C8-4537-D3E79B431DEB}"/>
            </ac:spMkLst>
          </pc:spChg>
          <pc:spChg chg="add del mod">
            <ac:chgData name="LE ROUX-GODEL Simon" userId="16d03cbf-c92b-4524-8de2-484d2197c301" providerId="ADAL" clId="{3A78655A-811A-4253-A079-BFE98ED96F16}" dt="2026-07-30T07:01:30.631" v="393" actId="478"/>
            <ac:spMkLst>
              <pc:docMk/>
              <pc:sldMasterMk cId="0" sldId="2147483648"/>
              <pc:sldLayoutMk cId="0" sldId="2147483660"/>
              <ac:spMk id="5" creationId="{7E73572C-1C38-D025-5A67-141E8F916E26}"/>
            </ac:spMkLst>
          </pc:spChg>
          <pc:spChg chg="del">
            <ac:chgData name="LE ROUX-GODEL Simon" userId="16d03cbf-c92b-4524-8de2-484d2197c301" providerId="ADAL" clId="{3A78655A-811A-4253-A079-BFE98ED96F16}" dt="2026-07-29T14:49:26.719" v="115" actId="478"/>
            <ac:spMkLst>
              <pc:docMk/>
              <pc:sldMasterMk cId="0" sldId="2147483648"/>
              <pc:sldLayoutMk cId="0" sldId="2147483660"/>
              <ac:spMk id="5" creationId="{C576BE4E-9955-FC0F-1809-EAFF06888701}"/>
            </ac:spMkLst>
          </pc:spChg>
          <pc:spChg chg="add del mod">
            <ac:chgData name="LE ROUX-GODEL Simon" userId="16d03cbf-c92b-4524-8de2-484d2197c301" providerId="ADAL" clId="{3A78655A-811A-4253-A079-BFE98ED96F16}" dt="2026-07-29T15:14:24.297" v="183" actId="478"/>
            <ac:spMkLst>
              <pc:docMk/>
              <pc:sldMasterMk cId="0" sldId="2147483648"/>
              <pc:sldLayoutMk cId="0" sldId="2147483660"/>
              <ac:spMk id="6" creationId="{51307536-5584-1452-866E-DC5E35F5327A}"/>
            </ac:spMkLst>
          </pc:spChg>
          <pc:spChg chg="add mod">
            <ac:chgData name="LE ROUX-GODEL Simon" userId="16d03cbf-c92b-4524-8de2-484d2197c301" providerId="ADAL" clId="{3A78655A-811A-4253-A079-BFE98ED96F16}" dt="2026-07-30T07:01:31.445" v="394"/>
            <ac:spMkLst>
              <pc:docMk/>
              <pc:sldMasterMk cId="0" sldId="2147483648"/>
              <pc:sldLayoutMk cId="0" sldId="2147483660"/>
              <ac:spMk id="6" creationId="{CA0A4E0C-91DD-6D5B-A84A-180140C8E83D}"/>
            </ac:spMkLst>
          </pc:spChg>
          <pc:spChg chg="add mod">
            <ac:chgData name="LE ROUX-GODEL Simon" userId="16d03cbf-c92b-4524-8de2-484d2197c301" providerId="ADAL" clId="{3A78655A-811A-4253-A079-BFE98ED96F16}" dt="2026-07-30T07:01:31.445" v="394"/>
            <ac:spMkLst>
              <pc:docMk/>
              <pc:sldMasterMk cId="0" sldId="2147483648"/>
              <pc:sldLayoutMk cId="0" sldId="2147483660"/>
              <ac:spMk id="7" creationId="{2C706CE9-BED7-6817-F9FB-78D0714C8913}"/>
            </ac:spMkLst>
          </pc:spChg>
          <pc:spChg chg="add del mod">
            <ac:chgData name="LE ROUX-GODEL Simon" userId="16d03cbf-c92b-4524-8de2-484d2197c301" providerId="ADAL" clId="{3A78655A-811A-4253-A079-BFE98ED96F16}" dt="2026-07-29T15:14:24.297" v="183" actId="478"/>
            <ac:spMkLst>
              <pc:docMk/>
              <pc:sldMasterMk cId="0" sldId="2147483648"/>
              <pc:sldLayoutMk cId="0" sldId="2147483660"/>
              <ac:spMk id="7" creationId="{62325EC4-B9D2-3A4F-9E40-BE8C03BC782D}"/>
            </ac:spMkLst>
          </pc:spChg>
          <pc:spChg chg="add mod">
            <ac:chgData name="LE ROUX-GODEL Simon" userId="16d03cbf-c92b-4524-8de2-484d2197c301" providerId="ADAL" clId="{3A78655A-811A-4253-A079-BFE98ED96F16}" dt="2026-07-29T15:26:34.979" v="249"/>
            <ac:spMkLst>
              <pc:docMk/>
              <pc:sldMasterMk cId="0" sldId="2147483648"/>
              <pc:sldLayoutMk cId="0" sldId="2147483660"/>
              <ac:spMk id="8" creationId="{CD6DA052-EE87-65B8-215F-3A8B96488172}"/>
            </ac:spMkLst>
          </pc:spChg>
          <pc:spChg chg="add mod">
            <ac:chgData name="LE ROUX-GODEL Simon" userId="16d03cbf-c92b-4524-8de2-484d2197c301" providerId="ADAL" clId="{3A78655A-811A-4253-A079-BFE98ED96F16}" dt="2026-07-29T15:26:34.979" v="249"/>
            <ac:spMkLst>
              <pc:docMk/>
              <pc:sldMasterMk cId="0" sldId="2147483648"/>
              <pc:sldLayoutMk cId="0" sldId="2147483660"/>
              <ac:spMk id="9" creationId="{4DFD1ECF-B6B9-EA7C-A0FD-4CAE3B34B0AB}"/>
            </ac:spMkLst>
          </pc:spChg>
          <pc:spChg chg="add del mod">
            <ac:chgData name="LE ROUX-GODEL Simon" userId="16d03cbf-c92b-4524-8de2-484d2197c301" providerId="ADAL" clId="{3A78655A-811A-4253-A079-BFE98ED96F16}" dt="2026-07-30T09:54:48.512" v="533" actId="478"/>
            <ac:spMkLst>
              <pc:docMk/>
              <pc:sldMasterMk cId="0" sldId="2147483648"/>
              <pc:sldLayoutMk cId="0" sldId="2147483660"/>
              <ac:spMk id="10" creationId="{23211FAB-4574-C3E9-7BC4-72C4C0A2C8E0}"/>
            </ac:spMkLst>
          </pc:spChg>
          <pc:spChg chg="del">
            <ac:chgData name="LE ROUX-GODEL Simon" userId="16d03cbf-c92b-4524-8de2-484d2197c301" providerId="ADAL" clId="{3A78655A-811A-4253-A079-BFE98ED96F16}" dt="2026-07-30T06:33:58.241" v="286" actId="478"/>
            <ac:spMkLst>
              <pc:docMk/>
              <pc:sldMasterMk cId="0" sldId="2147483648"/>
              <pc:sldLayoutMk cId="0" sldId="2147483660"/>
              <ac:spMk id="202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6:33:58.241" v="286" actId="478"/>
            <ac:spMkLst>
              <pc:docMk/>
              <pc:sldMasterMk cId="0" sldId="2147483648"/>
              <pc:sldLayoutMk cId="0" sldId="2147483660"/>
              <ac:spMk id="203" creationId="{00000000-0000-0000-0000-000000000000}"/>
            </ac:spMkLst>
          </pc:spChg>
        </pc:sldLayoutChg>
        <pc:sldLayoutChg chg="modSp mod">
          <pc:chgData name="LE ROUX-GODEL Simon" userId="16d03cbf-c92b-4524-8de2-484d2197c301" providerId="ADAL" clId="{3A78655A-811A-4253-A079-BFE98ED96F16}" dt="2026-07-29T15:06:37.806" v="128" actId="167"/>
          <pc:sldLayoutMkLst>
            <pc:docMk/>
            <pc:sldMasterMk cId="0" sldId="2147483648"/>
            <pc:sldLayoutMk cId="0" sldId="2147483666"/>
          </pc:sldLayoutMkLst>
          <pc:spChg chg="ord">
            <ac:chgData name="LE ROUX-GODEL Simon" userId="16d03cbf-c92b-4524-8de2-484d2197c301" providerId="ADAL" clId="{3A78655A-811A-4253-A079-BFE98ED96F16}" dt="2026-07-29T15:06:37.806" v="128" actId="167"/>
            <ac:spMkLst>
              <pc:docMk/>
              <pc:sldMasterMk cId="0" sldId="2147483648"/>
              <pc:sldLayoutMk cId="0" sldId="2147483666"/>
              <ac:spMk id="304" creationId="{00000000-0000-0000-0000-000000000000}"/>
            </ac:spMkLst>
          </pc:spChg>
        </pc:sldLayoutChg>
        <pc:sldLayoutChg chg="addSp delSp modSp mod">
          <pc:chgData name="LE ROUX-GODEL Simon" userId="16d03cbf-c92b-4524-8de2-484d2197c301" providerId="ADAL" clId="{3A78655A-811A-4253-A079-BFE98ED96F16}" dt="2026-07-30T09:56:16.004" v="556"/>
          <pc:sldLayoutMkLst>
            <pc:docMk/>
            <pc:sldMasterMk cId="0" sldId="2147483648"/>
            <pc:sldLayoutMk cId="856210930" sldId="2147483671"/>
          </pc:sldLayoutMkLst>
          <pc:spChg chg="add mod">
            <ac:chgData name="LE ROUX-GODEL Simon" userId="16d03cbf-c92b-4524-8de2-484d2197c301" providerId="ADAL" clId="{3A78655A-811A-4253-A079-BFE98ED96F16}" dt="2026-07-30T09:56:16.004" v="556"/>
            <ac:spMkLst>
              <pc:docMk/>
              <pc:sldMasterMk cId="0" sldId="2147483648"/>
              <pc:sldLayoutMk cId="856210930" sldId="2147483671"/>
              <ac:spMk id="4" creationId="{69EA240A-FF8B-A4EE-2E41-C1DD6635856C}"/>
            </ac:spMkLst>
          </pc:spChg>
          <pc:spChg chg="del mod">
            <ac:chgData name="LE ROUX-GODEL Simon" userId="16d03cbf-c92b-4524-8de2-484d2197c301" providerId="ADAL" clId="{3A78655A-811A-4253-A079-BFE98ED96F16}" dt="2026-07-29T14:50:39.236" v="120" actId="478"/>
            <ac:spMkLst>
              <pc:docMk/>
              <pc:sldMasterMk cId="0" sldId="2147483648"/>
              <pc:sldLayoutMk cId="856210930" sldId="2147483671"/>
              <ac:spMk id="4" creationId="{D3E129D4-5FF3-604E-C5AC-B1E1B30786F8}"/>
            </ac:spMkLst>
          </pc:spChg>
          <pc:spChg chg="del">
            <ac:chgData name="LE ROUX-GODEL Simon" userId="16d03cbf-c92b-4524-8de2-484d2197c301" providerId="ADAL" clId="{3A78655A-811A-4253-A079-BFE98ED96F16}" dt="2026-07-29T14:50:39.236" v="120" actId="478"/>
            <ac:spMkLst>
              <pc:docMk/>
              <pc:sldMasterMk cId="0" sldId="2147483648"/>
              <pc:sldLayoutMk cId="856210930" sldId="2147483671"/>
              <ac:spMk id="5" creationId="{667B96AD-89CB-C320-A82D-61E572C7FBE3}"/>
            </ac:spMkLst>
          </pc:spChg>
          <pc:spChg chg="add del mod">
            <ac:chgData name="LE ROUX-GODEL Simon" userId="16d03cbf-c92b-4524-8de2-484d2197c301" providerId="ADAL" clId="{3A78655A-811A-4253-A079-BFE98ED96F16}" dt="2026-07-29T15:14:47.355" v="189" actId="478"/>
            <ac:spMkLst>
              <pc:docMk/>
              <pc:sldMasterMk cId="0" sldId="2147483648"/>
              <pc:sldLayoutMk cId="856210930" sldId="2147483671"/>
              <ac:spMk id="6" creationId="{11E8231D-8BE2-228F-0698-6F0A9FAEB87E}"/>
            </ac:spMkLst>
          </pc:spChg>
          <pc:spChg chg="add del mod">
            <ac:chgData name="LE ROUX-GODEL Simon" userId="16d03cbf-c92b-4524-8de2-484d2197c301" providerId="ADAL" clId="{3A78655A-811A-4253-A079-BFE98ED96F16}" dt="2026-07-29T15:14:47.355" v="189" actId="478"/>
            <ac:spMkLst>
              <pc:docMk/>
              <pc:sldMasterMk cId="0" sldId="2147483648"/>
              <pc:sldLayoutMk cId="856210930" sldId="2147483671"/>
              <ac:spMk id="7" creationId="{910D38DC-A7C2-C2C3-E4D2-D4EF75C15476}"/>
            </ac:spMkLst>
          </pc:spChg>
          <pc:spChg chg="add mod">
            <ac:chgData name="LE ROUX-GODEL Simon" userId="16d03cbf-c92b-4524-8de2-484d2197c301" providerId="ADAL" clId="{3A78655A-811A-4253-A079-BFE98ED96F16}" dt="2026-07-29T15:27:13.280" v="251"/>
            <ac:spMkLst>
              <pc:docMk/>
              <pc:sldMasterMk cId="0" sldId="2147483648"/>
              <pc:sldLayoutMk cId="856210930" sldId="2147483671"/>
              <ac:spMk id="8" creationId="{BB0B783D-D1CE-456E-27E3-7C6BA732F21C}"/>
            </ac:spMkLst>
          </pc:spChg>
          <pc:spChg chg="add mod">
            <ac:chgData name="LE ROUX-GODEL Simon" userId="16d03cbf-c92b-4524-8de2-484d2197c301" providerId="ADAL" clId="{3A78655A-811A-4253-A079-BFE98ED96F16}" dt="2026-07-29T15:27:13.280" v="251"/>
            <ac:spMkLst>
              <pc:docMk/>
              <pc:sldMasterMk cId="0" sldId="2147483648"/>
              <pc:sldLayoutMk cId="856210930" sldId="2147483671"/>
              <ac:spMk id="9" creationId="{FC8F89BD-0F82-3078-94D1-7B6DFFD2A009}"/>
            </ac:spMkLst>
          </pc:spChg>
          <pc:spChg chg="add del mod">
            <ac:chgData name="LE ROUX-GODEL Simon" userId="16d03cbf-c92b-4524-8de2-484d2197c301" providerId="ADAL" clId="{3A78655A-811A-4253-A079-BFE98ED96F16}" dt="2026-07-30T09:54:43.786" v="531" actId="478"/>
            <ac:spMkLst>
              <pc:docMk/>
              <pc:sldMasterMk cId="0" sldId="2147483648"/>
              <pc:sldLayoutMk cId="856210930" sldId="2147483671"/>
              <ac:spMk id="10" creationId="{39F4825D-445D-0A31-F816-831C4AC52989}"/>
            </ac:spMkLst>
          </pc:spChg>
        </pc:sldLayoutChg>
        <pc:sldLayoutChg chg="addSp delSp modSp mod">
          <pc:chgData name="LE ROUX-GODEL Simon" userId="16d03cbf-c92b-4524-8de2-484d2197c301" providerId="ADAL" clId="{3A78655A-811A-4253-A079-BFE98ED96F16}" dt="2026-07-30T09:56:19.167" v="558"/>
          <pc:sldLayoutMkLst>
            <pc:docMk/>
            <pc:sldMasterMk cId="0" sldId="2147483648"/>
            <pc:sldLayoutMk cId="2523392688" sldId="2147483673"/>
          </pc:sldLayoutMkLst>
          <pc:spChg chg="del">
            <ac:chgData name="LE ROUX-GODEL Simon" userId="16d03cbf-c92b-4524-8de2-484d2197c301" providerId="ADAL" clId="{3A78655A-811A-4253-A079-BFE98ED96F16}" dt="2026-07-29T14:50:58.377" v="124" actId="478"/>
            <ac:spMkLst>
              <pc:docMk/>
              <pc:sldMasterMk cId="0" sldId="2147483648"/>
              <pc:sldLayoutMk cId="2523392688" sldId="2147483673"/>
              <ac:spMk id="3" creationId="{62906674-2CFB-0207-5535-5640F3FFC6F5}"/>
            </ac:spMkLst>
          </pc:spChg>
          <pc:spChg chg="add mod">
            <ac:chgData name="LE ROUX-GODEL Simon" userId="16d03cbf-c92b-4524-8de2-484d2197c301" providerId="ADAL" clId="{3A78655A-811A-4253-A079-BFE98ED96F16}" dt="2026-07-30T09:56:19.167" v="558"/>
            <ac:spMkLst>
              <pc:docMk/>
              <pc:sldMasterMk cId="0" sldId="2147483648"/>
              <pc:sldLayoutMk cId="2523392688" sldId="2147483673"/>
              <ac:spMk id="3" creationId="{6D174454-92AF-87DC-9AF7-970A6E253985}"/>
            </ac:spMkLst>
          </pc:spChg>
          <pc:spChg chg="del">
            <ac:chgData name="LE ROUX-GODEL Simon" userId="16d03cbf-c92b-4524-8de2-484d2197c301" providerId="ADAL" clId="{3A78655A-811A-4253-A079-BFE98ED96F16}" dt="2026-07-29T14:50:58.377" v="124" actId="478"/>
            <ac:spMkLst>
              <pc:docMk/>
              <pc:sldMasterMk cId="0" sldId="2147483648"/>
              <pc:sldLayoutMk cId="2523392688" sldId="2147483673"/>
              <ac:spMk id="4" creationId="{71BB0A4B-718E-AAC2-B8A6-632FBF2E5E02}"/>
            </ac:spMkLst>
          </pc:spChg>
          <pc:spChg chg="add del mod">
            <ac:chgData name="LE ROUX-GODEL Simon" userId="16d03cbf-c92b-4524-8de2-484d2197c301" providerId="ADAL" clId="{3A78655A-811A-4253-A079-BFE98ED96F16}" dt="2026-07-29T15:14:38.431" v="186" actId="478"/>
            <ac:spMkLst>
              <pc:docMk/>
              <pc:sldMasterMk cId="0" sldId="2147483648"/>
              <pc:sldLayoutMk cId="2523392688" sldId="2147483673"/>
              <ac:spMk id="5" creationId="{D1FC6454-A91A-D21F-4817-D97E35658639}"/>
            </ac:spMkLst>
          </pc:spChg>
          <pc:spChg chg="add del mod">
            <ac:chgData name="LE ROUX-GODEL Simon" userId="16d03cbf-c92b-4524-8de2-484d2197c301" providerId="ADAL" clId="{3A78655A-811A-4253-A079-BFE98ED96F16}" dt="2026-07-29T15:14:38.431" v="186" actId="478"/>
            <ac:spMkLst>
              <pc:docMk/>
              <pc:sldMasterMk cId="0" sldId="2147483648"/>
              <pc:sldLayoutMk cId="2523392688" sldId="2147483673"/>
              <ac:spMk id="6" creationId="{D7E09C6F-6C9F-B9B1-EDC8-D7FE60B31696}"/>
            </ac:spMkLst>
          </pc:spChg>
          <pc:spChg chg="add mod">
            <ac:chgData name="LE ROUX-GODEL Simon" userId="16d03cbf-c92b-4524-8de2-484d2197c301" providerId="ADAL" clId="{3A78655A-811A-4253-A079-BFE98ED96F16}" dt="2026-07-29T15:27:30.811" v="253"/>
            <ac:spMkLst>
              <pc:docMk/>
              <pc:sldMasterMk cId="0" sldId="2147483648"/>
              <pc:sldLayoutMk cId="2523392688" sldId="2147483673"/>
              <ac:spMk id="7" creationId="{64D65CF3-0AE2-AF0A-865F-0A7404DA1938}"/>
            </ac:spMkLst>
          </pc:spChg>
          <pc:spChg chg="add mod">
            <ac:chgData name="LE ROUX-GODEL Simon" userId="16d03cbf-c92b-4524-8de2-484d2197c301" providerId="ADAL" clId="{3A78655A-811A-4253-A079-BFE98ED96F16}" dt="2026-07-29T15:27:30.811" v="253"/>
            <ac:spMkLst>
              <pc:docMk/>
              <pc:sldMasterMk cId="0" sldId="2147483648"/>
              <pc:sldLayoutMk cId="2523392688" sldId="2147483673"/>
              <ac:spMk id="8" creationId="{DCD41C19-92CC-356D-7934-CA204E22485E}"/>
            </ac:spMkLst>
          </pc:spChg>
          <pc:spChg chg="add del mod">
            <ac:chgData name="LE ROUX-GODEL Simon" userId="16d03cbf-c92b-4524-8de2-484d2197c301" providerId="ADAL" clId="{3A78655A-811A-4253-A079-BFE98ED96F16}" dt="2026-07-30T09:54:39.284" v="529" actId="478"/>
            <ac:spMkLst>
              <pc:docMk/>
              <pc:sldMasterMk cId="0" sldId="2147483648"/>
              <pc:sldLayoutMk cId="2523392688" sldId="2147483673"/>
              <ac:spMk id="9" creationId="{9229CC8A-BDC5-CCAF-8E47-22AC0D7297CC}"/>
            </ac:spMkLst>
          </pc:spChg>
          <pc:spChg chg="mod">
            <ac:chgData name="LE ROUX-GODEL Simon" userId="16d03cbf-c92b-4524-8de2-484d2197c301" providerId="ADAL" clId="{3A78655A-811A-4253-A079-BFE98ED96F16}" dt="2026-07-30T09:50:49.702" v="523" actId="1076"/>
            <ac:spMkLst>
              <pc:docMk/>
              <pc:sldMasterMk cId="0" sldId="2147483648"/>
              <pc:sldLayoutMk cId="2523392688" sldId="2147483673"/>
              <ac:spMk id="271" creationId="{00000000-0000-0000-0000-000000000000}"/>
            </ac:spMkLst>
          </pc:spChg>
        </pc:sldLayoutChg>
        <pc:sldLayoutChg chg="addSp delSp modSp mod">
          <pc:chgData name="LE ROUX-GODEL Simon" userId="16d03cbf-c92b-4524-8de2-484d2197c301" providerId="ADAL" clId="{3A78655A-811A-4253-A079-BFE98ED96F16}" dt="2026-07-30T09:56:20.452" v="559"/>
          <pc:sldLayoutMkLst>
            <pc:docMk/>
            <pc:sldMasterMk cId="0" sldId="2147483648"/>
            <pc:sldLayoutMk cId="3663530915" sldId="2147483674"/>
          </pc:sldLayoutMkLst>
          <pc:spChg chg="add mod">
            <ac:chgData name="LE ROUX-GODEL Simon" userId="16d03cbf-c92b-4524-8de2-484d2197c301" providerId="ADAL" clId="{3A78655A-811A-4253-A079-BFE98ED96F16}" dt="2026-07-30T09:56:20.452" v="559"/>
            <ac:spMkLst>
              <pc:docMk/>
              <pc:sldMasterMk cId="0" sldId="2147483648"/>
              <pc:sldLayoutMk cId="3663530915" sldId="2147483674"/>
              <ac:spMk id="2" creationId="{A03297E1-7BD0-1647-031A-6F1CA380BB1C}"/>
            </ac:spMkLst>
          </pc:spChg>
          <pc:spChg chg="add del mod">
            <ac:chgData name="LE ROUX-GODEL Simon" userId="16d03cbf-c92b-4524-8de2-484d2197c301" providerId="ADAL" clId="{3A78655A-811A-4253-A079-BFE98ED96F16}" dt="2026-07-29T15:14:32.960" v="185" actId="478"/>
            <ac:spMkLst>
              <pc:docMk/>
              <pc:sldMasterMk cId="0" sldId="2147483648"/>
              <pc:sldLayoutMk cId="3663530915" sldId="2147483674"/>
              <ac:spMk id="2" creationId="{A1534B48-04F1-4BE4-B595-C42ECB547B2E}"/>
            </ac:spMkLst>
          </pc:spChg>
          <pc:spChg chg="del">
            <ac:chgData name="LE ROUX-GODEL Simon" userId="16d03cbf-c92b-4524-8de2-484d2197c301" providerId="ADAL" clId="{3A78655A-811A-4253-A079-BFE98ED96F16}" dt="2026-07-29T14:51:06.779" v="126" actId="478"/>
            <ac:spMkLst>
              <pc:docMk/>
              <pc:sldMasterMk cId="0" sldId="2147483648"/>
              <pc:sldLayoutMk cId="3663530915" sldId="2147483674"/>
              <ac:spMk id="3" creationId="{6B70642C-3FFD-0DC9-3C6B-8B715C85514D}"/>
            </ac:spMkLst>
          </pc:spChg>
          <pc:spChg chg="add del mod">
            <ac:chgData name="LE ROUX-GODEL Simon" userId="16d03cbf-c92b-4524-8de2-484d2197c301" providerId="ADAL" clId="{3A78655A-811A-4253-A079-BFE98ED96F16}" dt="2026-07-29T15:14:32.960" v="185" actId="478"/>
            <ac:spMkLst>
              <pc:docMk/>
              <pc:sldMasterMk cId="0" sldId="2147483648"/>
              <pc:sldLayoutMk cId="3663530915" sldId="2147483674"/>
              <ac:spMk id="4" creationId="{8383D38D-1B06-B265-F546-2A20851D3F68}"/>
            </ac:spMkLst>
          </pc:spChg>
          <pc:spChg chg="add mod">
            <ac:chgData name="LE ROUX-GODEL Simon" userId="16d03cbf-c92b-4524-8de2-484d2197c301" providerId="ADAL" clId="{3A78655A-811A-4253-A079-BFE98ED96F16}" dt="2026-07-29T15:27:34.490" v="254"/>
            <ac:spMkLst>
              <pc:docMk/>
              <pc:sldMasterMk cId="0" sldId="2147483648"/>
              <pc:sldLayoutMk cId="3663530915" sldId="2147483674"/>
              <ac:spMk id="5" creationId="{9D15A609-040D-25C8-40B1-46B7007F917D}"/>
            </ac:spMkLst>
          </pc:spChg>
          <pc:spChg chg="del">
            <ac:chgData name="LE ROUX-GODEL Simon" userId="16d03cbf-c92b-4524-8de2-484d2197c301" providerId="ADAL" clId="{3A78655A-811A-4253-A079-BFE98ED96F16}" dt="2026-07-29T14:51:06.779" v="126" actId="478"/>
            <ac:spMkLst>
              <pc:docMk/>
              <pc:sldMasterMk cId="0" sldId="2147483648"/>
              <pc:sldLayoutMk cId="3663530915" sldId="2147483674"/>
              <ac:spMk id="6" creationId="{FB555C2B-FA6D-B9D3-0D2A-CBF007C853C6}"/>
            </ac:spMkLst>
          </pc:spChg>
          <pc:spChg chg="add mod">
            <ac:chgData name="LE ROUX-GODEL Simon" userId="16d03cbf-c92b-4524-8de2-484d2197c301" providerId="ADAL" clId="{3A78655A-811A-4253-A079-BFE98ED96F16}" dt="2026-07-29T15:27:34.490" v="254"/>
            <ac:spMkLst>
              <pc:docMk/>
              <pc:sldMasterMk cId="0" sldId="2147483648"/>
              <pc:sldLayoutMk cId="3663530915" sldId="2147483674"/>
              <ac:spMk id="7" creationId="{14E0F422-7D1D-7B01-26FE-C6673EBBA883}"/>
            </ac:spMkLst>
          </pc:spChg>
          <pc:spChg chg="add del mod">
            <ac:chgData name="LE ROUX-GODEL Simon" userId="16d03cbf-c92b-4524-8de2-484d2197c301" providerId="ADAL" clId="{3A78655A-811A-4253-A079-BFE98ED96F16}" dt="2026-07-30T09:54:36.163" v="528" actId="478"/>
            <ac:spMkLst>
              <pc:docMk/>
              <pc:sldMasterMk cId="0" sldId="2147483648"/>
              <pc:sldLayoutMk cId="3663530915" sldId="2147483674"/>
              <ac:spMk id="8" creationId="{0B13A3AF-27AC-BE6A-46DB-50E7523339FD}"/>
            </ac:spMkLst>
          </pc:spChg>
        </pc:sldLayoutChg>
        <pc:sldLayoutChg chg="delSp modSp mod">
          <pc:chgData name="LE ROUX-GODEL Simon" userId="16d03cbf-c92b-4524-8de2-484d2197c301" providerId="ADAL" clId="{3A78655A-811A-4253-A079-BFE98ED96F16}" dt="2026-07-30T06:53:22.682" v="367" actId="1076"/>
          <pc:sldLayoutMkLst>
            <pc:docMk/>
            <pc:sldMasterMk cId="0" sldId="2147483648"/>
            <pc:sldLayoutMk cId="579643824" sldId="2147483675"/>
          </pc:sldLayoutMkLst>
          <pc:spChg chg="mod">
            <ac:chgData name="LE ROUX-GODEL Simon" userId="16d03cbf-c92b-4524-8de2-484d2197c301" providerId="ADAL" clId="{3A78655A-811A-4253-A079-BFE98ED96F16}" dt="2026-07-30T06:39:15.891" v="290" actId="790"/>
            <ac:spMkLst>
              <pc:docMk/>
              <pc:sldMasterMk cId="0" sldId="2147483648"/>
              <pc:sldLayoutMk cId="579643824" sldId="2147483675"/>
              <ac:spMk id="3" creationId="{AA4686C5-CF8D-03CE-9721-182A87A13E5B}"/>
            </ac:spMkLst>
          </pc:spChg>
          <pc:spChg chg="mod">
            <ac:chgData name="LE ROUX-GODEL Simon" userId="16d03cbf-c92b-4524-8de2-484d2197c301" providerId="ADAL" clId="{3A78655A-811A-4253-A079-BFE98ED96F16}" dt="2026-07-30T06:39:15.891" v="290" actId="790"/>
            <ac:spMkLst>
              <pc:docMk/>
              <pc:sldMasterMk cId="0" sldId="2147483648"/>
              <pc:sldLayoutMk cId="579643824" sldId="2147483675"/>
              <ac:spMk id="5" creationId="{72ABE916-EAE0-520B-65C1-4E01E15B5179}"/>
            </ac:spMkLst>
          </pc:spChg>
          <pc:spChg chg="mod">
            <ac:chgData name="LE ROUX-GODEL Simon" userId="16d03cbf-c92b-4524-8de2-484d2197c301" providerId="ADAL" clId="{3A78655A-811A-4253-A079-BFE98ED96F16}" dt="2026-07-30T06:53:22.682" v="367" actId="1076"/>
            <ac:spMkLst>
              <pc:docMk/>
              <pc:sldMasterMk cId="0" sldId="2147483648"/>
              <pc:sldLayoutMk cId="579643824" sldId="2147483675"/>
              <ac:spMk id="7" creationId="{AD69FB6B-88F4-30FD-783B-F9A5CA2B6212}"/>
            </ac:spMkLst>
          </pc:spChg>
          <pc:spChg chg="mod">
            <ac:chgData name="LE ROUX-GODEL Simon" userId="16d03cbf-c92b-4524-8de2-484d2197c301" providerId="ADAL" clId="{3A78655A-811A-4253-A079-BFE98ED96F16}" dt="2026-07-30T06:39:15.891" v="290" actId="790"/>
            <ac:spMkLst>
              <pc:docMk/>
              <pc:sldMasterMk cId="0" sldId="2147483648"/>
              <pc:sldLayoutMk cId="579643824" sldId="2147483675"/>
              <ac:spMk id="9" creationId="{B311B730-7BF9-411B-B21C-48C9144D8F5D}"/>
            </ac:spMkLst>
          </pc:spChg>
          <pc:spChg chg="del mod">
            <ac:chgData name="LE ROUX-GODEL Simon" userId="16d03cbf-c92b-4524-8de2-484d2197c301" providerId="ADAL" clId="{3A78655A-811A-4253-A079-BFE98ED96F16}" dt="2026-07-30T06:14:21.715" v="263" actId="478"/>
            <ac:spMkLst>
              <pc:docMk/>
              <pc:sldMasterMk cId="0" sldId="2147483648"/>
              <pc:sldLayoutMk cId="579643824" sldId="2147483675"/>
              <ac:spMk id="13" creationId="{00000000-0000-0000-0000-000000000000}"/>
            </ac:spMkLst>
          </pc:spChg>
        </pc:sldLayoutChg>
        <pc:sldLayoutChg chg="addSp delSp modSp mod ord">
          <pc:chgData name="LE ROUX-GODEL Simon" userId="16d03cbf-c92b-4524-8de2-484d2197c301" providerId="ADAL" clId="{3A78655A-811A-4253-A079-BFE98ED96F16}" dt="2026-07-30T09:56:17.169" v="557"/>
          <pc:sldLayoutMkLst>
            <pc:docMk/>
            <pc:sldMasterMk cId="0" sldId="2147483648"/>
            <pc:sldLayoutMk cId="2369693938" sldId="2147483676"/>
          </pc:sldLayoutMkLst>
          <pc:spChg chg="add mod">
            <ac:chgData name="LE ROUX-GODEL Simon" userId="16d03cbf-c92b-4524-8de2-484d2197c301" providerId="ADAL" clId="{3A78655A-811A-4253-A079-BFE98ED96F16}" dt="2026-07-29T14:39:45.719" v="21"/>
            <ac:spMkLst>
              <pc:docMk/>
              <pc:sldMasterMk cId="0" sldId="2147483648"/>
              <pc:sldLayoutMk cId="2369693938" sldId="2147483676"/>
              <ac:spMk id="2" creationId="{B7E44408-00AE-15D4-B37B-FFD69C2E5AAF}"/>
            </ac:spMkLst>
          </pc:spChg>
          <pc:spChg chg="del mod">
            <ac:chgData name="LE ROUX-GODEL Simon" userId="16d03cbf-c92b-4524-8de2-484d2197c301" providerId="ADAL" clId="{3A78655A-811A-4253-A079-BFE98ED96F16}" dt="2026-07-29T14:39:15.963" v="14" actId="478"/>
            <ac:spMkLst>
              <pc:docMk/>
              <pc:sldMasterMk cId="0" sldId="2147483648"/>
              <pc:sldLayoutMk cId="2369693938" sldId="2147483676"/>
              <ac:spMk id="3" creationId="{5C429BA6-06E9-D7DC-A98D-C683D729CB82}"/>
            </ac:spMkLst>
          </pc:spChg>
          <pc:spChg chg="add mod">
            <ac:chgData name="LE ROUX-GODEL Simon" userId="16d03cbf-c92b-4524-8de2-484d2197c301" providerId="ADAL" clId="{3A78655A-811A-4253-A079-BFE98ED96F16}" dt="2026-07-30T09:56:17.169" v="557"/>
            <ac:spMkLst>
              <pc:docMk/>
              <pc:sldMasterMk cId="0" sldId="2147483648"/>
              <pc:sldLayoutMk cId="2369693938" sldId="2147483676"/>
              <ac:spMk id="3" creationId="{921F64C6-6344-B303-444B-52C2541BCED6}"/>
            </ac:spMkLst>
          </pc:spChg>
          <pc:spChg chg="del">
            <ac:chgData name="LE ROUX-GODEL Simon" userId="16d03cbf-c92b-4524-8de2-484d2197c301" providerId="ADAL" clId="{3A78655A-811A-4253-A079-BFE98ED96F16}" dt="2026-07-29T14:50:48.317" v="122" actId="478"/>
            <ac:spMkLst>
              <pc:docMk/>
              <pc:sldMasterMk cId="0" sldId="2147483648"/>
              <pc:sldLayoutMk cId="2369693938" sldId="2147483676"/>
              <ac:spMk id="4" creationId="{D3E129D4-5FF3-604E-C5AC-B1E1B30786F8}"/>
            </ac:spMkLst>
          </pc:spChg>
          <pc:spChg chg="del">
            <ac:chgData name="LE ROUX-GODEL Simon" userId="16d03cbf-c92b-4524-8de2-484d2197c301" providerId="ADAL" clId="{3A78655A-811A-4253-A079-BFE98ED96F16}" dt="2026-07-29T14:50:48.317" v="122" actId="478"/>
            <ac:spMkLst>
              <pc:docMk/>
              <pc:sldMasterMk cId="0" sldId="2147483648"/>
              <pc:sldLayoutMk cId="2369693938" sldId="2147483676"/>
              <ac:spMk id="5" creationId="{667B96AD-89CB-C320-A82D-61E572C7FBE3}"/>
            </ac:spMkLst>
          </pc:spChg>
          <pc:spChg chg="add del mod">
            <ac:chgData name="LE ROUX-GODEL Simon" userId="16d03cbf-c92b-4524-8de2-484d2197c301" providerId="ADAL" clId="{3A78655A-811A-4253-A079-BFE98ED96F16}" dt="2026-07-29T15:14:42.931" v="188" actId="478"/>
            <ac:spMkLst>
              <pc:docMk/>
              <pc:sldMasterMk cId="0" sldId="2147483648"/>
              <pc:sldLayoutMk cId="2369693938" sldId="2147483676"/>
              <ac:spMk id="9" creationId="{3B722FA7-2ED5-53C4-98FD-C3A13E80D92D}"/>
            </ac:spMkLst>
          </pc:spChg>
          <pc:spChg chg="add del mod">
            <ac:chgData name="LE ROUX-GODEL Simon" userId="16d03cbf-c92b-4524-8de2-484d2197c301" providerId="ADAL" clId="{3A78655A-811A-4253-A079-BFE98ED96F16}" dt="2026-07-29T15:14:42.931" v="188" actId="478"/>
            <ac:spMkLst>
              <pc:docMk/>
              <pc:sldMasterMk cId="0" sldId="2147483648"/>
              <pc:sldLayoutMk cId="2369693938" sldId="2147483676"/>
              <ac:spMk id="10" creationId="{020AB19D-7387-5886-8B96-A120D4FBFDF9}"/>
            </ac:spMkLst>
          </pc:spChg>
          <pc:spChg chg="add mod">
            <ac:chgData name="LE ROUX-GODEL Simon" userId="16d03cbf-c92b-4524-8de2-484d2197c301" providerId="ADAL" clId="{3A78655A-811A-4253-A079-BFE98ED96F16}" dt="2026-07-29T15:27:21.254" v="252"/>
            <ac:spMkLst>
              <pc:docMk/>
              <pc:sldMasterMk cId="0" sldId="2147483648"/>
              <pc:sldLayoutMk cId="2369693938" sldId="2147483676"/>
              <ac:spMk id="11" creationId="{3BCC6E94-1086-766F-4BE3-C83806D7B77D}"/>
            </ac:spMkLst>
          </pc:spChg>
          <pc:spChg chg="add mod">
            <ac:chgData name="LE ROUX-GODEL Simon" userId="16d03cbf-c92b-4524-8de2-484d2197c301" providerId="ADAL" clId="{3A78655A-811A-4253-A079-BFE98ED96F16}" dt="2026-07-29T15:27:21.254" v="252"/>
            <ac:spMkLst>
              <pc:docMk/>
              <pc:sldMasterMk cId="0" sldId="2147483648"/>
              <pc:sldLayoutMk cId="2369693938" sldId="2147483676"/>
              <ac:spMk id="12" creationId="{8B3E768A-477A-BEF5-BE55-A8528EE47D48}"/>
            </ac:spMkLst>
          </pc:spChg>
          <pc:spChg chg="add del mod">
            <ac:chgData name="LE ROUX-GODEL Simon" userId="16d03cbf-c92b-4524-8de2-484d2197c301" providerId="ADAL" clId="{3A78655A-811A-4253-A079-BFE98ED96F16}" dt="2026-07-30T09:54:41.392" v="530" actId="478"/>
            <ac:spMkLst>
              <pc:docMk/>
              <pc:sldMasterMk cId="0" sldId="2147483648"/>
              <pc:sldLayoutMk cId="2369693938" sldId="2147483676"/>
              <ac:spMk id="13" creationId="{F814FD2A-19CA-5FE7-FA89-30A3DF703C10}"/>
            </ac:spMkLst>
          </pc:spChg>
        </pc:sldLayoutChg>
        <pc:sldLayoutChg chg="delSp modSp mod">
          <pc:chgData name="LE ROUX-GODEL Simon" userId="16d03cbf-c92b-4524-8de2-484d2197c301" providerId="ADAL" clId="{3A78655A-811A-4253-A079-BFE98ED96F16}" dt="2026-07-29T11:08:58.273" v="3" actId="478"/>
          <pc:sldLayoutMkLst>
            <pc:docMk/>
            <pc:sldMasterMk cId="0" sldId="2147483648"/>
            <pc:sldLayoutMk cId="1803776874" sldId="2147483678"/>
          </pc:sldLayoutMkLst>
          <pc:spChg chg="del">
            <ac:chgData name="LE ROUX-GODEL Simon" userId="16d03cbf-c92b-4524-8de2-484d2197c301" providerId="ADAL" clId="{3A78655A-811A-4253-A079-BFE98ED96F16}" dt="2026-07-29T11:08:58.273" v="3" actId="478"/>
            <ac:spMkLst>
              <pc:docMk/>
              <pc:sldMasterMk cId="0" sldId="2147483648"/>
              <pc:sldLayoutMk cId="1803776874" sldId="2147483678"/>
              <ac:spMk id="87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29T11:08:47.328" v="2" actId="27636"/>
            <ac:spMkLst>
              <pc:docMk/>
              <pc:sldMasterMk cId="0" sldId="2147483648"/>
              <pc:sldLayoutMk cId="1803776874" sldId="2147483678"/>
              <ac:spMk id="103" creationId="{00000000-0000-0000-0000-000000000000}"/>
            </ac:spMkLst>
          </pc:spChg>
        </pc:sldLayoutChg>
        <pc:sldLayoutChg chg="modSp mod">
          <pc:chgData name="LE ROUX-GODEL Simon" userId="16d03cbf-c92b-4524-8de2-484d2197c301" providerId="ADAL" clId="{3A78655A-811A-4253-A079-BFE98ED96F16}" dt="2026-07-29T11:36:01.133" v="6" actId="2710"/>
          <pc:sldLayoutMkLst>
            <pc:docMk/>
            <pc:sldMasterMk cId="0" sldId="2147483648"/>
            <pc:sldLayoutMk cId="2403668784" sldId="2147483680"/>
          </pc:sldLayoutMkLst>
          <pc:spChg chg="mod">
            <ac:chgData name="LE ROUX-GODEL Simon" userId="16d03cbf-c92b-4524-8de2-484d2197c301" providerId="ADAL" clId="{3A78655A-811A-4253-A079-BFE98ED96F16}" dt="2026-07-29T11:35:56.948" v="5" actId="2710"/>
            <ac:spMkLst>
              <pc:docMk/>
              <pc:sldMasterMk cId="0" sldId="2147483648"/>
              <pc:sldLayoutMk cId="2403668784" sldId="2147483680"/>
              <ac:spMk id="181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29T11:36:01.133" v="6" actId="2710"/>
            <ac:spMkLst>
              <pc:docMk/>
              <pc:sldMasterMk cId="0" sldId="2147483648"/>
              <pc:sldLayoutMk cId="2403668784" sldId="2147483680"/>
              <ac:spMk id="182" creationId="{00000000-0000-0000-0000-000000000000}"/>
            </ac:spMkLst>
          </pc:spChg>
        </pc:sldLayoutChg>
        <pc:sldLayoutChg chg="modSp mod">
          <pc:chgData name="LE ROUX-GODEL Simon" userId="16d03cbf-c92b-4524-8de2-484d2197c301" providerId="ADAL" clId="{3A78655A-811A-4253-A079-BFE98ED96F16}" dt="2026-07-29T11:36:11.825" v="7" actId="2710"/>
          <pc:sldLayoutMkLst>
            <pc:docMk/>
            <pc:sldMasterMk cId="0" sldId="2147483648"/>
            <pc:sldLayoutMk cId="3041548772" sldId="2147483681"/>
          </pc:sldLayoutMkLst>
          <pc:spChg chg="mod">
            <ac:chgData name="LE ROUX-GODEL Simon" userId="16d03cbf-c92b-4524-8de2-484d2197c301" providerId="ADAL" clId="{3A78655A-811A-4253-A079-BFE98ED96F16}" dt="2026-07-29T11:36:11.825" v="7" actId="2710"/>
            <ac:spMkLst>
              <pc:docMk/>
              <pc:sldMasterMk cId="0" sldId="2147483648"/>
              <pc:sldLayoutMk cId="3041548772" sldId="2147483681"/>
              <ac:spMk id="216" creationId="{00000000-0000-0000-0000-000000000000}"/>
            </ac:spMkLst>
          </pc:spChg>
        </pc:sldLayoutChg>
        <pc:sldLayoutChg chg="addSp delSp modSp add mod modTransition">
          <pc:chgData name="LE ROUX-GODEL Simon" userId="16d03cbf-c92b-4524-8de2-484d2197c301" providerId="ADAL" clId="{3A78655A-811A-4253-A079-BFE98ED96F16}" dt="2026-07-30T09:56:11.927" v="553"/>
          <pc:sldLayoutMkLst>
            <pc:docMk/>
            <pc:sldMasterMk cId="0" sldId="2147483648"/>
            <pc:sldLayoutMk cId="3892112094" sldId="2147483682"/>
          </pc:sldLayoutMkLst>
          <pc:spChg chg="add mod">
            <ac:chgData name="LE ROUX-GODEL Simon" userId="16d03cbf-c92b-4524-8de2-484d2197c301" providerId="ADAL" clId="{3A78655A-811A-4253-A079-BFE98ED96F16}" dt="2026-07-30T07:01:18.493" v="391" actId="20577"/>
            <ac:spMkLst>
              <pc:docMk/>
              <pc:sldMasterMk cId="0" sldId="2147483648"/>
              <pc:sldLayoutMk cId="3892112094" sldId="2147483682"/>
              <ac:spMk id="2" creationId="{31FBC162-C720-324F-865E-6B5FCF900EB0}"/>
            </ac:spMkLst>
          </pc:spChg>
          <pc:spChg chg="add del mod">
            <ac:chgData name="LE ROUX-GODEL Simon" userId="16d03cbf-c92b-4524-8de2-484d2197c301" providerId="ADAL" clId="{3A78655A-811A-4253-A079-BFE98ED96F16}" dt="2026-07-29T15:14:20.971" v="182" actId="478"/>
            <ac:spMkLst>
              <pc:docMk/>
              <pc:sldMasterMk cId="0" sldId="2147483648"/>
              <pc:sldLayoutMk cId="3892112094" sldId="2147483682"/>
              <ac:spMk id="2" creationId="{3582D10F-987C-C67F-0882-B8B58E2A023D}"/>
            </ac:spMkLst>
          </pc:spChg>
          <pc:spChg chg="add del mod">
            <ac:chgData name="LE ROUX-GODEL Simon" userId="16d03cbf-c92b-4524-8de2-484d2197c301" providerId="ADAL" clId="{3A78655A-811A-4253-A079-BFE98ED96F16}" dt="2026-07-29T15:14:20.971" v="182" actId="478"/>
            <ac:spMkLst>
              <pc:docMk/>
              <pc:sldMasterMk cId="0" sldId="2147483648"/>
              <pc:sldLayoutMk cId="3892112094" sldId="2147483682"/>
              <ac:spMk id="3" creationId="{B15B3EEF-2F93-980A-60C6-17A3EDA8F4E0}"/>
            </ac:spMkLst>
          </pc:spChg>
          <pc:spChg chg="add mod">
            <ac:chgData name="LE ROUX-GODEL Simon" userId="16d03cbf-c92b-4524-8de2-484d2197c301" providerId="ADAL" clId="{3A78655A-811A-4253-A079-BFE98ED96F16}" dt="2026-07-30T09:56:11.927" v="553"/>
            <ac:spMkLst>
              <pc:docMk/>
              <pc:sldMasterMk cId="0" sldId="2147483648"/>
              <pc:sldLayoutMk cId="3892112094" sldId="2147483682"/>
              <ac:spMk id="3" creationId="{D15B9B4B-819F-3414-729F-10A8E5671670}"/>
            </ac:spMkLst>
          </pc:spChg>
          <pc:spChg chg="add mod">
            <ac:chgData name="LE ROUX-GODEL Simon" userId="16d03cbf-c92b-4524-8de2-484d2197c301" providerId="ADAL" clId="{3A78655A-811A-4253-A079-BFE98ED96F16}" dt="2026-07-29T15:26:30.388" v="248"/>
            <ac:spMkLst>
              <pc:docMk/>
              <pc:sldMasterMk cId="0" sldId="2147483648"/>
              <pc:sldLayoutMk cId="3892112094" sldId="2147483682"/>
              <ac:spMk id="4" creationId="{FEA4A1E2-D7C4-33BF-4F9E-BCEDD3D5E39B}"/>
            </ac:spMkLst>
          </pc:spChg>
          <pc:spChg chg="add mod">
            <ac:chgData name="LE ROUX-GODEL Simon" userId="16d03cbf-c92b-4524-8de2-484d2197c301" providerId="ADAL" clId="{3A78655A-811A-4253-A079-BFE98ED96F16}" dt="2026-07-29T15:26:30.388" v="248"/>
            <ac:spMkLst>
              <pc:docMk/>
              <pc:sldMasterMk cId="0" sldId="2147483648"/>
              <pc:sldLayoutMk cId="3892112094" sldId="2147483682"/>
              <ac:spMk id="5" creationId="{E0C98E43-2C6A-C17E-E3BD-7CCD9A828693}"/>
            </ac:spMkLst>
          </pc:spChg>
          <pc:spChg chg="add del mod">
            <ac:chgData name="LE ROUX-GODEL Simon" userId="16d03cbf-c92b-4524-8de2-484d2197c301" providerId="ADAL" clId="{3A78655A-811A-4253-A079-BFE98ED96F16}" dt="2026-07-30T09:54:50.911" v="534" actId="478"/>
            <ac:spMkLst>
              <pc:docMk/>
              <pc:sldMasterMk cId="0" sldId="2147483648"/>
              <pc:sldLayoutMk cId="3892112094" sldId="2147483682"/>
              <ac:spMk id="6" creationId="{1540BB68-48E9-2563-CFE2-C31D3A610A32}"/>
            </ac:spMkLst>
          </pc:spChg>
          <pc:spChg chg="mod">
            <ac:chgData name="LE ROUX-GODEL Simon" userId="16d03cbf-c92b-4524-8de2-484d2197c301" providerId="ADAL" clId="{3A78655A-811A-4253-A079-BFE98ED96F16}" dt="2026-07-30T07:01:23.333" v="392" actId="14100"/>
            <ac:spMkLst>
              <pc:docMk/>
              <pc:sldMasterMk cId="0" sldId="2147483648"/>
              <pc:sldLayoutMk cId="3892112094" sldId="2147483682"/>
              <ac:spMk id="184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6:33:33.762" v="279" actId="478"/>
            <ac:spMkLst>
              <pc:docMk/>
              <pc:sldMasterMk cId="0" sldId="2147483648"/>
              <pc:sldLayoutMk cId="3892112094" sldId="2147483682"/>
              <ac:spMk id="185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29T14:49:20.382" v="113" actId="478"/>
            <ac:spMkLst>
              <pc:docMk/>
              <pc:sldMasterMk cId="0" sldId="2147483648"/>
              <pc:sldLayoutMk cId="3892112094" sldId="2147483682"/>
              <ac:spMk id="186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29T14:49:20.382" v="113" actId="478"/>
            <ac:spMkLst>
              <pc:docMk/>
              <pc:sldMasterMk cId="0" sldId="2147483648"/>
              <pc:sldLayoutMk cId="3892112094" sldId="2147483682"/>
              <ac:spMk id="187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29T14:49:20.382" v="113" actId="478"/>
            <ac:spMkLst>
              <pc:docMk/>
              <pc:sldMasterMk cId="0" sldId="2147483648"/>
              <pc:sldLayoutMk cId="3892112094" sldId="2147483682"/>
              <ac:spMk id="188" creationId="{00000000-0000-0000-0000-000000000000}"/>
            </ac:spMkLst>
          </pc:spChg>
        </pc:sldLayoutChg>
        <pc:sldLayoutChg chg="addSp delSp modSp add mod modTransition">
          <pc:chgData name="LE ROUX-GODEL Simon" userId="16d03cbf-c92b-4524-8de2-484d2197c301" providerId="ADAL" clId="{3A78655A-811A-4253-A079-BFE98ED96F16}" dt="2026-07-30T09:56:14.598" v="555"/>
          <pc:sldLayoutMkLst>
            <pc:docMk/>
            <pc:sldMasterMk cId="0" sldId="2147483648"/>
            <pc:sldLayoutMk cId="3343352540" sldId="2147483683"/>
          </pc:sldLayoutMkLst>
          <pc:spChg chg="add mod">
            <ac:chgData name="LE ROUX-GODEL Simon" userId="16d03cbf-c92b-4524-8de2-484d2197c301" providerId="ADAL" clId="{3A78655A-811A-4253-A079-BFE98ED96F16}" dt="2026-07-30T09:56:14.598" v="555"/>
            <ac:spMkLst>
              <pc:docMk/>
              <pc:sldMasterMk cId="0" sldId="2147483648"/>
              <pc:sldLayoutMk cId="3343352540" sldId="2147483683"/>
              <ac:spMk id="2" creationId="{281643EB-5149-0397-3C99-56756D67818F}"/>
            </ac:spMkLst>
          </pc:spChg>
          <pc:spChg chg="add del mod">
            <ac:chgData name="LE ROUX-GODEL Simon" userId="16d03cbf-c92b-4524-8de2-484d2197c301" providerId="ADAL" clId="{3A78655A-811A-4253-A079-BFE98ED96F16}" dt="2026-07-30T07:01:35.905" v="395" actId="478"/>
            <ac:spMkLst>
              <pc:docMk/>
              <pc:sldMasterMk cId="0" sldId="2147483648"/>
              <pc:sldLayoutMk cId="3343352540" sldId="2147483683"/>
              <ac:spMk id="2" creationId="{713E51DD-1E0F-CA70-902E-A33CF644C414}"/>
            </ac:spMkLst>
          </pc:spChg>
          <pc:spChg chg="add del mod">
            <ac:chgData name="LE ROUX-GODEL Simon" userId="16d03cbf-c92b-4524-8de2-484d2197c301" providerId="ADAL" clId="{3A78655A-811A-4253-A079-BFE98ED96F16}" dt="2026-07-29T15:14:28.384" v="184" actId="478"/>
            <ac:spMkLst>
              <pc:docMk/>
              <pc:sldMasterMk cId="0" sldId="2147483648"/>
              <pc:sldLayoutMk cId="3343352540" sldId="2147483683"/>
              <ac:spMk id="2" creationId="{E30BDD49-F9E0-9933-667D-297E52E22D8C}"/>
            </ac:spMkLst>
          </pc:spChg>
          <pc:spChg chg="add del mod">
            <ac:chgData name="LE ROUX-GODEL Simon" userId="16d03cbf-c92b-4524-8de2-484d2197c301" providerId="ADAL" clId="{3A78655A-811A-4253-A079-BFE98ED96F16}" dt="2026-07-29T15:14:28.384" v="184" actId="478"/>
            <ac:spMkLst>
              <pc:docMk/>
              <pc:sldMasterMk cId="0" sldId="2147483648"/>
              <pc:sldLayoutMk cId="3343352540" sldId="2147483683"/>
              <ac:spMk id="3" creationId="{0F348AE7-0634-E188-A10E-A806F8879983}"/>
            </ac:spMkLst>
          </pc:spChg>
          <pc:spChg chg="add del mod">
            <ac:chgData name="LE ROUX-GODEL Simon" userId="16d03cbf-c92b-4524-8de2-484d2197c301" providerId="ADAL" clId="{3A78655A-811A-4253-A079-BFE98ED96F16}" dt="2026-07-30T07:01:35.905" v="395" actId="478"/>
            <ac:spMkLst>
              <pc:docMk/>
              <pc:sldMasterMk cId="0" sldId="2147483648"/>
              <pc:sldLayoutMk cId="3343352540" sldId="2147483683"/>
              <ac:spMk id="3" creationId="{401430C6-04B9-45C0-FA97-78338FAB9361}"/>
            </ac:spMkLst>
          </pc:spChg>
          <pc:spChg chg="add mod">
            <ac:chgData name="LE ROUX-GODEL Simon" userId="16d03cbf-c92b-4524-8de2-484d2197c301" providerId="ADAL" clId="{3A78655A-811A-4253-A079-BFE98ED96F16}" dt="2026-07-29T15:26:41.905" v="250"/>
            <ac:spMkLst>
              <pc:docMk/>
              <pc:sldMasterMk cId="0" sldId="2147483648"/>
              <pc:sldLayoutMk cId="3343352540" sldId="2147483683"/>
              <ac:spMk id="4" creationId="{D7AC8D06-DC62-30D5-1AFA-99F142AAFF6B}"/>
            </ac:spMkLst>
          </pc:spChg>
          <pc:spChg chg="add mod">
            <ac:chgData name="LE ROUX-GODEL Simon" userId="16d03cbf-c92b-4524-8de2-484d2197c301" providerId="ADAL" clId="{3A78655A-811A-4253-A079-BFE98ED96F16}" dt="2026-07-29T15:26:41.905" v="250"/>
            <ac:spMkLst>
              <pc:docMk/>
              <pc:sldMasterMk cId="0" sldId="2147483648"/>
              <pc:sldLayoutMk cId="3343352540" sldId="2147483683"/>
              <ac:spMk id="5" creationId="{3CB31979-EF12-57D1-A370-3BF1F69FBDC1}"/>
            </ac:spMkLst>
          </pc:spChg>
          <pc:spChg chg="add del mod">
            <ac:chgData name="LE ROUX-GODEL Simon" userId="16d03cbf-c92b-4524-8de2-484d2197c301" providerId="ADAL" clId="{3A78655A-811A-4253-A079-BFE98ED96F16}" dt="2026-07-30T09:54:46.305" v="532" actId="478"/>
            <ac:spMkLst>
              <pc:docMk/>
              <pc:sldMasterMk cId="0" sldId="2147483648"/>
              <pc:sldLayoutMk cId="3343352540" sldId="2147483683"/>
              <ac:spMk id="6" creationId="{A452BE02-FB83-1B08-4FFD-0C3757F89BA8}"/>
            </ac:spMkLst>
          </pc:spChg>
          <pc:spChg chg="add mod">
            <ac:chgData name="LE ROUX-GODEL Simon" userId="16d03cbf-c92b-4524-8de2-484d2197c301" providerId="ADAL" clId="{3A78655A-811A-4253-A079-BFE98ED96F16}" dt="2026-07-29T15:35:29.419" v="261" actId="1076"/>
            <ac:spMkLst>
              <pc:docMk/>
              <pc:sldMasterMk cId="0" sldId="2147483648"/>
              <pc:sldLayoutMk cId="3343352540" sldId="2147483683"/>
              <ac:spMk id="7" creationId="{C494179A-10BE-44BF-0070-E45F2991A69B}"/>
            </ac:spMkLst>
          </pc:spChg>
          <pc:spChg chg="add mod">
            <ac:chgData name="LE ROUX-GODEL Simon" userId="16d03cbf-c92b-4524-8de2-484d2197c301" providerId="ADAL" clId="{3A78655A-811A-4253-A079-BFE98ED96F16}" dt="2026-07-30T07:01:36.379" v="396"/>
            <ac:spMkLst>
              <pc:docMk/>
              <pc:sldMasterMk cId="0" sldId="2147483648"/>
              <pc:sldLayoutMk cId="3343352540" sldId="2147483683"/>
              <ac:spMk id="8" creationId="{2AAB5E27-6685-D67E-6A9E-D0EC7441C9BF}"/>
            </ac:spMkLst>
          </pc:spChg>
          <pc:spChg chg="add mod">
            <ac:chgData name="LE ROUX-GODEL Simon" userId="16d03cbf-c92b-4524-8de2-484d2197c301" providerId="ADAL" clId="{3A78655A-811A-4253-A079-BFE98ED96F16}" dt="2026-07-30T07:01:36.379" v="396"/>
            <ac:spMkLst>
              <pc:docMk/>
              <pc:sldMasterMk cId="0" sldId="2147483648"/>
              <pc:sldLayoutMk cId="3343352540" sldId="2147483683"/>
              <ac:spMk id="9" creationId="{F92D1BBE-7226-895F-7EB8-0E939733B521}"/>
            </ac:spMkLst>
          </pc:spChg>
          <pc:spChg chg="del">
            <ac:chgData name="LE ROUX-GODEL Simon" userId="16d03cbf-c92b-4524-8de2-484d2197c301" providerId="ADAL" clId="{3A78655A-811A-4253-A079-BFE98ED96F16}" dt="2026-07-29T15:35:17.702" v="258" actId="478"/>
            <ac:spMkLst>
              <pc:docMk/>
              <pc:sldMasterMk cId="0" sldId="2147483648"/>
              <pc:sldLayoutMk cId="3343352540" sldId="2147483683"/>
              <ac:spMk id="219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6:34:05.215" v="288" actId="478"/>
            <ac:spMkLst>
              <pc:docMk/>
              <pc:sldMasterMk cId="0" sldId="2147483648"/>
              <pc:sldLayoutMk cId="3343352540" sldId="2147483683"/>
              <ac:spMk id="220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30T06:34:05.215" v="288" actId="478"/>
            <ac:spMkLst>
              <pc:docMk/>
              <pc:sldMasterMk cId="0" sldId="2147483648"/>
              <pc:sldLayoutMk cId="3343352540" sldId="2147483683"/>
              <ac:spMk id="221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29T14:50:23.416" v="117" actId="478"/>
            <ac:spMkLst>
              <pc:docMk/>
              <pc:sldMasterMk cId="0" sldId="2147483648"/>
              <pc:sldLayoutMk cId="3343352540" sldId="2147483683"/>
              <ac:spMk id="222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29T14:50:23.416" v="117" actId="478"/>
            <ac:spMkLst>
              <pc:docMk/>
              <pc:sldMasterMk cId="0" sldId="2147483648"/>
              <pc:sldLayoutMk cId="3343352540" sldId="2147483683"/>
              <ac:spMk id="223" creationId="{00000000-0000-0000-0000-000000000000}"/>
            </ac:spMkLst>
          </pc:spChg>
          <pc:spChg chg="del">
            <ac:chgData name="LE ROUX-GODEL Simon" userId="16d03cbf-c92b-4524-8de2-484d2197c301" providerId="ADAL" clId="{3A78655A-811A-4253-A079-BFE98ED96F16}" dt="2026-07-29T14:50:23.416" v="117" actId="478"/>
            <ac:spMkLst>
              <pc:docMk/>
              <pc:sldMasterMk cId="0" sldId="2147483648"/>
              <pc:sldLayoutMk cId="3343352540" sldId="2147483683"/>
              <ac:spMk id="224" creationId="{00000000-0000-0000-0000-000000000000}"/>
            </ac:spMkLst>
          </pc:spChg>
        </pc:sldLayoutChg>
        <pc:sldLayoutChg chg="addSp delSp modSp add mod modTransition">
          <pc:chgData name="LE ROUX-GODEL Simon" userId="16d03cbf-c92b-4524-8de2-484d2197c301" providerId="ADAL" clId="{3A78655A-811A-4253-A079-BFE98ED96F16}" dt="2026-07-30T07:11:11.754" v="451" actId="21"/>
          <pc:sldLayoutMkLst>
            <pc:docMk/>
            <pc:sldMasterMk cId="0" sldId="2147483648"/>
            <pc:sldLayoutMk cId="2066620445" sldId="2147483684"/>
          </pc:sldLayoutMkLst>
          <pc:spChg chg="add del mod">
            <ac:chgData name="LE ROUX-GODEL Simon" userId="16d03cbf-c92b-4524-8de2-484d2197c301" providerId="ADAL" clId="{3A78655A-811A-4253-A079-BFE98ED96F16}" dt="2026-07-30T07:11:11.754" v="451" actId="21"/>
            <ac:spMkLst>
              <pc:docMk/>
              <pc:sldMasterMk cId="0" sldId="2147483648"/>
              <pc:sldLayoutMk cId="2066620445" sldId="2147483684"/>
              <ac:spMk id="165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29T15:14:59.146" v="191" actId="478"/>
            <ac:spMkLst>
              <pc:docMk/>
              <pc:sldMasterMk cId="0" sldId="2147483648"/>
              <pc:sldLayoutMk cId="2066620445" sldId="2147483684"/>
              <ac:spMk id="168" creationId="{00000000-0000-0000-0000-000000000000}"/>
            </ac:spMkLst>
          </pc:spChg>
        </pc:sldLayoutChg>
        <pc:sldLayoutChg chg="addSp delSp modSp add mod modTransition">
          <pc:chgData name="LE ROUX-GODEL Simon" userId="16d03cbf-c92b-4524-8de2-484d2197c301" providerId="ADAL" clId="{3A78655A-811A-4253-A079-BFE98ED96F16}" dt="2026-07-30T09:56:06.166" v="549"/>
          <pc:sldLayoutMkLst>
            <pc:docMk/>
            <pc:sldMasterMk cId="0" sldId="2147483648"/>
            <pc:sldLayoutMk cId="2594455698" sldId="2147483685"/>
          </pc:sldLayoutMkLst>
          <pc:spChg chg="add del mod">
            <ac:chgData name="LE ROUX-GODEL Simon" userId="16d03cbf-c92b-4524-8de2-484d2197c301" providerId="ADAL" clId="{3A78655A-811A-4253-A079-BFE98ED96F16}" dt="2026-07-29T14:47:33.856" v="93" actId="478"/>
            <ac:spMkLst>
              <pc:docMk/>
              <pc:sldMasterMk cId="0" sldId="2147483648"/>
              <pc:sldLayoutMk cId="2594455698" sldId="2147483685"/>
              <ac:spMk id="2" creationId="{07990FB2-42D5-E35C-2DD9-D0ECC4BCF222}"/>
            </ac:spMkLst>
          </pc:spChg>
          <pc:spChg chg="add del mod">
            <ac:chgData name="LE ROUX-GODEL Simon" userId="16d03cbf-c92b-4524-8de2-484d2197c301" providerId="ADAL" clId="{3A78655A-811A-4253-A079-BFE98ED96F16}" dt="2026-07-30T09:55:08.977" v="538" actId="478"/>
            <ac:spMkLst>
              <pc:docMk/>
              <pc:sldMasterMk cId="0" sldId="2147483648"/>
              <pc:sldLayoutMk cId="2594455698" sldId="2147483685"/>
              <ac:spMk id="2" creationId="{778BA7BF-21C1-B227-6255-21D40B0C5217}"/>
            </ac:spMkLst>
          </pc:spChg>
          <pc:spChg chg="add del mod">
            <ac:chgData name="LE ROUX-GODEL Simon" userId="16d03cbf-c92b-4524-8de2-484d2197c301" providerId="ADAL" clId="{3A78655A-811A-4253-A079-BFE98ED96F16}" dt="2026-07-29T15:13:50.368" v="173" actId="478"/>
            <ac:spMkLst>
              <pc:docMk/>
              <pc:sldMasterMk cId="0" sldId="2147483648"/>
              <pc:sldLayoutMk cId="2594455698" sldId="2147483685"/>
              <ac:spMk id="3" creationId="{98A1EAD8-0710-6CD3-B8B1-6DB575C1EE17}"/>
            </ac:spMkLst>
          </pc:spChg>
          <pc:spChg chg="add mod">
            <ac:chgData name="LE ROUX-GODEL Simon" userId="16d03cbf-c92b-4524-8de2-484d2197c301" providerId="ADAL" clId="{3A78655A-811A-4253-A079-BFE98ED96F16}" dt="2026-07-30T07:14:54.279" v="491" actId="1035"/>
            <ac:spMkLst>
              <pc:docMk/>
              <pc:sldMasterMk cId="0" sldId="2147483648"/>
              <pc:sldLayoutMk cId="2594455698" sldId="2147483685"/>
              <ac:spMk id="3" creationId="{E7BBD117-159E-2054-A942-47E2039E25C2}"/>
            </ac:spMkLst>
          </pc:spChg>
          <pc:spChg chg="add mod">
            <ac:chgData name="LE ROUX-GODEL Simon" userId="16d03cbf-c92b-4524-8de2-484d2197c301" providerId="ADAL" clId="{3A78655A-811A-4253-A079-BFE98ED96F16}" dt="2026-07-30T09:56:06.166" v="549"/>
            <ac:spMkLst>
              <pc:docMk/>
              <pc:sldMasterMk cId="0" sldId="2147483648"/>
              <pc:sldLayoutMk cId="2594455698" sldId="2147483685"/>
              <ac:spMk id="4" creationId="{6C174E5B-7954-865B-262B-B22B6C4A1E20}"/>
            </ac:spMkLst>
          </pc:spChg>
          <pc:spChg chg="add del mod">
            <ac:chgData name="LE ROUX-GODEL Simon" userId="16d03cbf-c92b-4524-8de2-484d2197c301" providerId="ADAL" clId="{3A78655A-811A-4253-A079-BFE98ED96F16}" dt="2026-07-30T06:15:01.210" v="277" actId="478"/>
            <ac:spMkLst>
              <pc:docMk/>
              <pc:sldMasterMk cId="0" sldId="2147483648"/>
              <pc:sldLayoutMk cId="2594455698" sldId="2147483685"/>
              <ac:spMk id="4" creationId="{8B749E10-3E39-A630-4510-1285754AF15F}"/>
            </ac:spMkLst>
          </pc:spChg>
          <pc:spChg chg="add mod">
            <ac:chgData name="LE ROUX-GODEL Simon" userId="16d03cbf-c92b-4524-8de2-484d2197c301" providerId="ADAL" clId="{3A78655A-811A-4253-A079-BFE98ED96F16}" dt="2026-07-29T15:26:17.699" v="245"/>
            <ac:spMkLst>
              <pc:docMk/>
              <pc:sldMasterMk cId="0" sldId="2147483648"/>
              <pc:sldLayoutMk cId="2594455698" sldId="2147483685"/>
              <ac:spMk id="5" creationId="{B5C33FE9-13FD-0B51-5AAF-E0EBF522D90C}"/>
            </ac:spMkLst>
          </pc:spChg>
          <pc:spChg chg="add mod">
            <ac:chgData name="LE ROUX-GODEL Simon" userId="16d03cbf-c92b-4524-8de2-484d2197c301" providerId="ADAL" clId="{3A78655A-811A-4253-A079-BFE98ED96F16}" dt="2026-07-29T15:26:17.699" v="245"/>
            <ac:spMkLst>
              <pc:docMk/>
              <pc:sldMasterMk cId="0" sldId="2147483648"/>
              <pc:sldLayoutMk cId="2594455698" sldId="2147483685"/>
              <ac:spMk id="6" creationId="{734234C1-5623-C1A5-64DB-5FC27B5C8378}"/>
            </ac:spMkLst>
          </pc:spChg>
          <pc:spChg chg="add del mod">
            <ac:chgData name="LE ROUX-GODEL Simon" userId="16d03cbf-c92b-4524-8de2-484d2197c301" providerId="ADAL" clId="{3A78655A-811A-4253-A079-BFE98ED96F16}" dt="2026-07-30T06:14:48.377" v="276" actId="478"/>
            <ac:spMkLst>
              <pc:docMk/>
              <pc:sldMasterMk cId="0" sldId="2147483648"/>
              <pc:sldLayoutMk cId="2594455698" sldId="2147483685"/>
              <ac:spMk id="7" creationId="{79C522ED-F794-5AF1-9F1F-5E6EDB17E092}"/>
            </ac:spMkLst>
          </pc:spChg>
          <pc:spChg chg="add mod">
            <ac:chgData name="LE ROUX-GODEL Simon" userId="16d03cbf-c92b-4524-8de2-484d2197c301" providerId="ADAL" clId="{3A78655A-811A-4253-A079-BFE98ED96F16}" dt="2026-07-30T07:14:54.279" v="491" actId="1035"/>
            <ac:spMkLst>
              <pc:docMk/>
              <pc:sldMasterMk cId="0" sldId="2147483648"/>
              <pc:sldLayoutMk cId="2594455698" sldId="2147483685"/>
              <ac:spMk id="8" creationId="{D85A9812-4C53-3118-B9FD-34ED2A53DF82}"/>
            </ac:spMkLst>
          </pc:spChg>
          <pc:spChg chg="add mod">
            <ac:chgData name="LE ROUX-GODEL Simon" userId="16d03cbf-c92b-4524-8de2-484d2197c301" providerId="ADAL" clId="{3A78655A-811A-4253-A079-BFE98ED96F16}" dt="2026-07-30T07:14:54.279" v="491" actId="1035"/>
            <ac:spMkLst>
              <pc:docMk/>
              <pc:sldMasterMk cId="0" sldId="2147483648"/>
              <pc:sldLayoutMk cId="2594455698" sldId="2147483685"/>
              <ac:spMk id="9" creationId="{9BAF4118-BD89-186E-10A7-21F39ED62572}"/>
            </ac:spMkLst>
          </pc:spChg>
          <pc:spChg chg="mod">
            <ac:chgData name="LE ROUX-GODEL Simon" userId="16d03cbf-c92b-4524-8de2-484d2197c301" providerId="ADAL" clId="{3A78655A-811A-4253-A079-BFE98ED96F16}" dt="2026-07-30T06:49:10.638" v="366" actId="790"/>
            <ac:spMkLst>
              <pc:docMk/>
              <pc:sldMasterMk cId="0" sldId="2147483648"/>
              <pc:sldLayoutMk cId="2594455698" sldId="2147483685"/>
              <ac:spMk id="86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88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89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90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91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92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93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94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95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6:49:10.638" v="366" actId="790"/>
            <ac:spMkLst>
              <pc:docMk/>
              <pc:sldMasterMk cId="0" sldId="2147483648"/>
              <pc:sldLayoutMk cId="2594455698" sldId="2147483685"/>
              <ac:spMk id="97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6:49:10.638" v="366" actId="790"/>
            <ac:spMkLst>
              <pc:docMk/>
              <pc:sldMasterMk cId="0" sldId="2147483648"/>
              <pc:sldLayoutMk cId="2594455698" sldId="2147483685"/>
              <ac:spMk id="98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6:49:10.638" v="366" actId="790"/>
            <ac:spMkLst>
              <pc:docMk/>
              <pc:sldMasterMk cId="0" sldId="2147483648"/>
              <pc:sldLayoutMk cId="2594455698" sldId="2147483685"/>
              <ac:spMk id="99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54.279" v="491" actId="1035"/>
            <ac:spMkLst>
              <pc:docMk/>
              <pc:sldMasterMk cId="0" sldId="2147483648"/>
              <pc:sldLayoutMk cId="2594455698" sldId="2147483685"/>
              <ac:spMk id="100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54.279" v="491" actId="1035"/>
            <ac:spMkLst>
              <pc:docMk/>
              <pc:sldMasterMk cId="0" sldId="2147483648"/>
              <pc:sldLayoutMk cId="2594455698" sldId="2147483685"/>
              <ac:spMk id="101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54.279" v="491" actId="1035"/>
            <ac:spMkLst>
              <pc:docMk/>
              <pc:sldMasterMk cId="0" sldId="2147483648"/>
              <pc:sldLayoutMk cId="2594455698" sldId="2147483685"/>
              <ac:spMk id="102" creationId="{00000000-0000-0000-0000-000000000000}"/>
            </ac:spMkLst>
          </pc:spChg>
          <pc:spChg chg="mod">
            <ac:chgData name="LE ROUX-GODEL Simon" userId="16d03cbf-c92b-4524-8de2-484d2197c301" providerId="ADAL" clId="{3A78655A-811A-4253-A079-BFE98ED96F16}" dt="2026-07-30T07:14:44.903" v="488" actId="1038"/>
            <ac:spMkLst>
              <pc:docMk/>
              <pc:sldMasterMk cId="0" sldId="2147483648"/>
              <pc:sldLayoutMk cId="2594455698" sldId="2147483685"/>
              <ac:spMk id="104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29T14:46:09.261" v="74" actId="478"/>
            <ac:spMkLst>
              <pc:docMk/>
              <pc:sldMasterMk cId="0" sldId="2147483648"/>
              <pc:sldLayoutMk cId="2594455698" sldId="2147483685"/>
              <ac:spMk id="105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29T15:13:51.811" v="174" actId="478"/>
            <ac:spMkLst>
              <pc:docMk/>
              <pc:sldMasterMk cId="0" sldId="2147483648"/>
              <pc:sldLayoutMk cId="2594455698" sldId="2147483685"/>
              <ac:spMk id="106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29T14:43:45.645" v="38" actId="478"/>
            <ac:spMkLst>
              <pc:docMk/>
              <pc:sldMasterMk cId="0" sldId="2147483648"/>
              <pc:sldLayoutMk cId="2594455698" sldId="2147483685"/>
              <ac:spMk id="108" creationId="{00000000-0000-0000-0000-000000000000}"/>
            </ac:spMkLst>
          </pc:spChg>
        </pc:sldLayoutChg>
        <pc:sldLayoutChg chg="addSp delSp modSp add mod modTransition">
          <pc:chgData name="LE ROUX-GODEL Simon" userId="16d03cbf-c92b-4524-8de2-484d2197c301" providerId="ADAL" clId="{3A78655A-811A-4253-A079-BFE98ED96F16}" dt="2026-07-30T09:55:58.744" v="548" actId="20577"/>
          <pc:sldLayoutMkLst>
            <pc:docMk/>
            <pc:sldMasterMk cId="0" sldId="2147483648"/>
            <pc:sldLayoutMk cId="81781527" sldId="2147483686"/>
          </pc:sldLayoutMkLst>
          <pc:spChg chg="add del mod">
            <ac:chgData name="LE ROUX-GODEL Simon" userId="16d03cbf-c92b-4524-8de2-484d2197c301" providerId="ADAL" clId="{3A78655A-811A-4253-A079-BFE98ED96F16}" dt="2026-07-29T15:14:04.680" v="179" actId="478"/>
            <ac:spMkLst>
              <pc:docMk/>
              <pc:sldMasterMk cId="0" sldId="2147483648"/>
              <pc:sldLayoutMk cId="81781527" sldId="2147483686"/>
              <ac:spMk id="2" creationId="{5A792F74-D8CB-8FC2-02C4-B803AB9A4936}"/>
            </ac:spMkLst>
          </pc:spChg>
          <pc:spChg chg="add del mod">
            <ac:chgData name="LE ROUX-GODEL Simon" userId="16d03cbf-c92b-4524-8de2-484d2197c301" providerId="ADAL" clId="{3A78655A-811A-4253-A079-BFE98ED96F16}" dt="2026-07-29T15:14:00.966" v="178" actId="478"/>
            <ac:spMkLst>
              <pc:docMk/>
              <pc:sldMasterMk cId="0" sldId="2147483648"/>
              <pc:sldLayoutMk cId="81781527" sldId="2147483686"/>
              <ac:spMk id="3" creationId="{2CF23A54-8116-A1A6-95D7-9D8F8D15A180}"/>
            </ac:spMkLst>
          </pc:spChg>
          <pc:spChg chg="add del mod">
            <ac:chgData name="LE ROUX-GODEL Simon" userId="16d03cbf-c92b-4524-8de2-484d2197c301" providerId="ADAL" clId="{3A78655A-811A-4253-A079-BFE98ED96F16}" dt="2026-07-29T15:14:04.680" v="179" actId="478"/>
            <ac:spMkLst>
              <pc:docMk/>
              <pc:sldMasterMk cId="0" sldId="2147483648"/>
              <pc:sldLayoutMk cId="81781527" sldId="2147483686"/>
              <ac:spMk id="4" creationId="{766737CC-2BBD-4F8F-2E66-4E004371510C}"/>
            </ac:spMkLst>
          </pc:spChg>
          <pc:spChg chg="add mod">
            <ac:chgData name="LE ROUX-GODEL Simon" userId="16d03cbf-c92b-4524-8de2-484d2197c301" providerId="ADAL" clId="{3A78655A-811A-4253-A079-BFE98ED96F16}" dt="2026-07-30T06:14:40.203" v="274" actId="20577"/>
            <ac:spMkLst>
              <pc:docMk/>
              <pc:sldMasterMk cId="0" sldId="2147483648"/>
              <pc:sldLayoutMk cId="81781527" sldId="2147483686"/>
              <ac:spMk id="5" creationId="{61990D93-EE54-186B-DAFE-0B94B7BD86CF}"/>
            </ac:spMkLst>
          </pc:spChg>
          <pc:spChg chg="add mod">
            <ac:chgData name="LE ROUX-GODEL Simon" userId="16d03cbf-c92b-4524-8de2-484d2197c301" providerId="ADAL" clId="{3A78655A-811A-4253-A079-BFE98ED96F16}" dt="2026-07-30T09:55:58.744" v="548" actId="20577"/>
            <ac:spMkLst>
              <pc:docMk/>
              <pc:sldMasterMk cId="0" sldId="2147483648"/>
              <pc:sldLayoutMk cId="81781527" sldId="2147483686"/>
              <ac:spMk id="6" creationId="{BF7B8A9D-6B70-05FC-6A7C-B24BCC89AA1A}"/>
            </ac:spMkLst>
          </pc:spChg>
          <pc:spChg chg="add mod">
            <ac:chgData name="LE ROUX-GODEL Simon" userId="16d03cbf-c92b-4524-8de2-484d2197c301" providerId="ADAL" clId="{3A78655A-811A-4253-A079-BFE98ED96F16}" dt="2026-07-30T09:55:52.513" v="546" actId="20577"/>
            <ac:spMkLst>
              <pc:docMk/>
              <pc:sldMasterMk cId="0" sldId="2147483648"/>
              <pc:sldLayoutMk cId="81781527" sldId="2147483686"/>
              <ac:spMk id="7" creationId="{A3AF403D-1B3C-4CDA-E254-CBC1AC06297B}"/>
            </ac:spMkLst>
          </pc:spChg>
          <pc:spChg chg="add del mod">
            <ac:chgData name="LE ROUX-GODEL Simon" userId="16d03cbf-c92b-4524-8de2-484d2197c301" providerId="ADAL" clId="{3A78655A-811A-4253-A079-BFE98ED96F16}" dt="2026-07-29T15:08:10.748" v="145" actId="478"/>
            <ac:spMkLst>
              <pc:docMk/>
              <pc:sldMasterMk cId="0" sldId="2147483648"/>
              <pc:sldLayoutMk cId="81781527" sldId="2147483686"/>
              <ac:spMk id="46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29T14:48:40.204" v="106" actId="478"/>
            <ac:spMkLst>
              <pc:docMk/>
              <pc:sldMasterMk cId="0" sldId="2147483648"/>
              <pc:sldLayoutMk cId="81781527" sldId="2147483686"/>
              <ac:spMk id="47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29T14:48:40.204" v="106" actId="478"/>
            <ac:spMkLst>
              <pc:docMk/>
              <pc:sldMasterMk cId="0" sldId="2147483648"/>
              <pc:sldLayoutMk cId="81781527" sldId="2147483686"/>
              <ac:spMk id="48" creationId="{00000000-0000-0000-0000-000000000000}"/>
            </ac:spMkLst>
          </pc:spChg>
          <pc:spChg chg="del mod">
            <ac:chgData name="LE ROUX-GODEL Simon" userId="16d03cbf-c92b-4524-8de2-484d2197c301" providerId="ADAL" clId="{3A78655A-811A-4253-A079-BFE98ED96F16}" dt="2026-07-29T14:48:40.204" v="106" actId="478"/>
            <ac:spMkLst>
              <pc:docMk/>
              <pc:sldMasterMk cId="0" sldId="2147483648"/>
              <pc:sldLayoutMk cId="81781527" sldId="2147483686"/>
              <ac:spMk id="49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A3D446A-B533-A6C3-8A8F-1A635CEF9F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36E5E3-F14E-0496-9C2F-71CAA55B60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07955-AC66-4D1D-92D8-D5CC608ECDA3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EE0B456-90D1-D9B8-F568-AF23642704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793E9D-396D-2FB4-D126-0CCBB8CDE8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BEEA8-742E-4EF2-AA06-A32DA06562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6406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1" name="Shape 31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ivoptim.com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4686C5-CF8D-03CE-9721-182A87A13E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3583" y="361950"/>
            <a:ext cx="22035232" cy="1449597"/>
          </a:xfrm>
          <a:prstGeom prst="rect">
            <a:avLst/>
          </a:prstGeom>
        </p:spPr>
        <p:txBody>
          <a:bodyPr/>
          <a:lstStyle>
            <a:lvl1pPr indent="0">
              <a:lnSpc>
                <a:spcPct val="100000"/>
              </a:lnSpc>
              <a:defRPr lang="fr-FR" sz="7200" b="0" i="0" u="none" strike="noStrike" cap="none" spc="0" baseline="0" dirty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eonik MGEN Light"/>
              </a:defRPr>
            </a:lvl1pPr>
          </a:lstStyle>
          <a:p>
            <a:pPr lvl="0"/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ABE916-EAE0-520B-65C1-4E01E15B51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93775" y="1811338"/>
            <a:ext cx="22071013" cy="1449387"/>
          </a:xfrm>
          <a:prstGeom prst="rect">
            <a:avLst/>
          </a:prstGeom>
        </p:spPr>
        <p:txBody>
          <a:bodyPr/>
          <a:lstStyle>
            <a:lvl1pPr indent="0">
              <a:defRPr lang="fr-FR" sz="5400" b="0" i="0" u="none" strike="noStrike" cap="none" spc="0" baseline="0" dirty="0" smtClean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  <a:lvl2pPr>
              <a:defRPr lang="fr-FR" sz="5400" b="0" i="0" u="none" strike="noStrike" cap="none" spc="0" baseline="0" dirty="0" smtClean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2pPr>
            <a:lvl3pPr>
              <a:defRPr lang="fr-FR" sz="5400" b="0" i="0" u="none" strike="noStrike" cap="none" spc="0" baseline="0" dirty="0" smtClean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3pPr>
            <a:lvl4pPr>
              <a:defRPr lang="fr-FR" sz="5400" b="0" i="0" u="none" strike="noStrike" cap="none" spc="0" baseline="0" dirty="0" smtClean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4pPr>
            <a:lvl5pPr>
              <a:defRPr lang="fr-FR" sz="5400" b="0" i="0" u="none" strike="noStrike" cap="none" spc="0" baseline="0" dirty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5pPr>
          </a:lstStyle>
          <a:p>
            <a:pPr lvl="0"/>
            <a:endParaRPr lang="fr-FR" noProof="0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D69FB6B-88F4-30FD-783B-F9A5CA2B621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93583" y="4149725"/>
            <a:ext cx="22034500" cy="1120775"/>
          </a:xfrm>
          <a:prstGeom prst="rect">
            <a:avLst/>
          </a:prstGeom>
        </p:spPr>
        <p:txBody>
          <a:bodyPr/>
          <a:lstStyle>
            <a:lvl1pPr indent="0">
              <a:defRPr lang="fr-FR" sz="38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8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8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8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8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noProof="0" dirty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311B730-7BF9-411B-B21C-48C9144D8F5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93775" y="5486400"/>
            <a:ext cx="11531600" cy="931863"/>
          </a:xfrm>
          <a:prstGeom prst="rect">
            <a:avLst/>
          </a:prstGeom>
        </p:spPr>
        <p:txBody>
          <a:bodyPr/>
          <a:lstStyle>
            <a:lvl1pPr indent="0">
              <a:lnSpc>
                <a:spcPct val="100000"/>
              </a:lnSpc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7964382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envenue!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63;p47"/>
          <p:cNvSpPr/>
          <p:nvPr/>
        </p:nvSpPr>
        <p:spPr>
          <a:xfrm>
            <a:off x="1247767" y="3393797"/>
            <a:ext cx="11376040" cy="1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4" name="Google Shape;66;p47"/>
          <p:cNvSpPr/>
          <p:nvPr/>
        </p:nvSpPr>
        <p:spPr>
          <a:xfrm>
            <a:off x="15576550" y="0"/>
            <a:ext cx="8807450" cy="13716000"/>
          </a:xfrm>
          <a:prstGeom prst="rect">
            <a:avLst/>
          </a:prstGeom>
          <a:solidFill>
            <a:srgbClr val="2C418C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lnSpc>
                <a:spcPct val="10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5" name="Google Shape;18470;p5"/>
          <p:cNvSpPr>
            <a:spLocks noGrp="1"/>
          </p:cNvSpPr>
          <p:nvPr>
            <p:ph type="pic" sz="half" idx="21"/>
          </p:nvPr>
        </p:nvSpPr>
        <p:spPr>
          <a:xfrm>
            <a:off x="15576550" y="2"/>
            <a:ext cx="8807450" cy="137160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6" name="Google Shape;18471;p5"/>
          <p:cNvSpPr txBox="1">
            <a:spLocks noGrp="1"/>
          </p:cNvSpPr>
          <p:nvPr>
            <p:ph type="body" sz="quarter" idx="22"/>
          </p:nvPr>
        </p:nvSpPr>
        <p:spPr>
          <a:xfrm>
            <a:off x="1232507" y="3380035"/>
            <a:ext cx="12064532" cy="133840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>
              <a:lnSpc>
                <a:spcPct val="107893"/>
              </a:lnSpc>
              <a:spcBef>
                <a:spcPts val="0"/>
              </a:spcBef>
              <a:defRPr sz="7600">
                <a:solidFill>
                  <a:srgbClr val="2C418C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78" name="Google Shape;18469;p5"/>
          <p:cNvSpPr txBox="1"/>
          <p:nvPr/>
        </p:nvSpPr>
        <p:spPr>
          <a:xfrm>
            <a:off x="1247768" y="1765960"/>
            <a:ext cx="10420461" cy="1415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1261870">
              <a:defRPr sz="8700" b="1">
                <a:solidFill>
                  <a:srgbClr val="2C418C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Bienvenue !</a:t>
            </a:r>
            <a:endParaRPr dirty="0"/>
          </a:p>
        </p:txBody>
      </p:sp>
      <p:pic>
        <p:nvPicPr>
          <p:cNvPr id="2" name="Google Shape;18436;p2" descr="Google Shape;18436;p2">
            <a:extLst>
              <a:ext uri="{FF2B5EF4-FFF2-40B4-BE49-F238E27FC236}">
                <a16:creationId xmlns:a16="http://schemas.microsoft.com/office/drawing/2014/main" id="{B446179F-53B0-AB75-0495-C8F3F1ED6C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408270" y="0"/>
            <a:ext cx="9144007" cy="13716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ven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0" name="Google Shape;18443;p3"/>
          <p:cNvSpPr txBox="1">
            <a:spLocks noGrp="1"/>
          </p:cNvSpPr>
          <p:nvPr>
            <p:ph type="body" sz="quarter" idx="21"/>
          </p:nvPr>
        </p:nvSpPr>
        <p:spPr>
          <a:xfrm>
            <a:off x="10050326" y="8476190"/>
            <a:ext cx="4283407" cy="1452701"/>
          </a:xfrm>
          <a:prstGeom prst="rect">
            <a:avLst/>
          </a:prstGeom>
          <a:solidFill>
            <a:srgbClr val="FFFFFF"/>
          </a:solidFill>
        </p:spPr>
        <p:txBody>
          <a:bodyPr>
            <a:spAutoFit/>
          </a:bodyPr>
          <a:lstStyle/>
          <a:p>
            <a:pPr marL="213716" indent="-213716">
              <a:lnSpc>
                <a:spcPct val="150000"/>
              </a:lnSpc>
              <a:spcBef>
                <a:spcPts val="0"/>
              </a:spcBef>
              <a:buClr>
                <a:srgbClr val="594691"/>
              </a:buClr>
              <a:buSzPts val="3000"/>
              <a:buFont typeface="Arial"/>
              <a:buChar char="•"/>
              <a:defRPr sz="3000" b="1"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41" name="Google Shape;18444;p3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sp>
        <p:nvSpPr>
          <p:cNvPr id="42" name="Google Shape;18445;p3"/>
          <p:cNvSpPr/>
          <p:nvPr/>
        </p:nvSpPr>
        <p:spPr>
          <a:xfrm>
            <a:off x="153891" y="195432"/>
            <a:ext cx="4759885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sp>
        <p:nvSpPr>
          <p:cNvPr id="43" name="Google Shape;18446;p3"/>
          <p:cNvSpPr txBox="1"/>
          <p:nvPr/>
        </p:nvSpPr>
        <p:spPr>
          <a:xfrm>
            <a:off x="858748" y="435647"/>
            <a:ext cx="390295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 err="1"/>
              <a:t>Accueil</a:t>
            </a:r>
            <a:r>
              <a:t> et objectifs</a:t>
            </a:r>
          </a:p>
        </p:txBody>
      </p:sp>
      <p:sp>
        <p:nvSpPr>
          <p:cNvPr id="44" name="Google Shape;18447;p3"/>
          <p:cNvSpPr txBox="1"/>
          <p:nvPr/>
        </p:nvSpPr>
        <p:spPr>
          <a:xfrm>
            <a:off x="9735008" y="6296750"/>
            <a:ext cx="4913984" cy="11225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10000"/>
              </a:lnSpc>
              <a:defRPr sz="62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Intervenants</a:t>
            </a:r>
          </a:p>
        </p:txBody>
      </p:sp>
      <p:pic>
        <p:nvPicPr>
          <p:cNvPr id="45" name="Google Shape;18448;p3" descr="Google Shape;18448;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874" y="1583550"/>
            <a:ext cx="7082255" cy="472034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61990D93-EE54-186B-DAFE-0B94B7BD86C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6" name="Espace réservé du texte 9">
            <a:extLst>
              <a:ext uri="{FF2B5EF4-FFF2-40B4-BE49-F238E27FC236}">
                <a16:creationId xmlns:a16="http://schemas.microsoft.com/office/drawing/2014/main" id="{BF7B8A9D-6B70-05FC-6A7C-B24BCC89AA1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7" name="Numéro de diapositive">
            <a:extLst>
              <a:ext uri="{FF2B5EF4-FFF2-40B4-BE49-F238E27FC236}">
                <a16:creationId xmlns:a16="http://schemas.microsoft.com/office/drawing/2014/main" id="{A3AF403D-1B3C-4CDA-E254-CBC1AC06297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78152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cueil et objectifs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8;p42"/>
          <p:cNvSpPr/>
          <p:nvPr/>
        </p:nvSpPr>
        <p:spPr>
          <a:xfrm>
            <a:off x="1247767" y="3201416"/>
            <a:ext cx="11376040" cy="1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5" name="Google Shape;21;p42"/>
          <p:cNvSpPr/>
          <p:nvPr/>
        </p:nvSpPr>
        <p:spPr>
          <a:xfrm>
            <a:off x="1247767" y="12115800"/>
            <a:ext cx="11376040" cy="0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BB456F4-74D0-36F1-7D64-AF964FAB1E5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47767" y="5846240"/>
            <a:ext cx="12155496" cy="1122362"/>
          </a:xfrm>
          <a:prstGeom prst="rect">
            <a:avLst/>
          </a:prstGeom>
        </p:spPr>
        <p:txBody>
          <a:bodyPr/>
          <a:lstStyle>
            <a:lvl1pPr indent="0"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15D6A50-9DA1-7AD9-8EF2-8BFB870FF829}"/>
              </a:ext>
            </a:extLst>
          </p:cNvPr>
          <p:cNvSpPr txBox="1"/>
          <p:nvPr userDrawn="1"/>
        </p:nvSpPr>
        <p:spPr>
          <a:xfrm>
            <a:off x="1247767" y="3933445"/>
            <a:ext cx="11376040" cy="11551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1719072" rtl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7600" b="1" i="0" u="none" strike="noStrike" cap="none" spc="0" baseline="0" dirty="0">
                <a:solidFill>
                  <a:srgbClr val="2C418C"/>
                </a:solidFill>
                <a:uFillTx/>
                <a:latin typeface="Aeonik MGEN"/>
                <a:ea typeface="+mn-ea"/>
                <a:cs typeface="+mn-cs"/>
                <a:sym typeface="Aeonik MGEN Medium"/>
              </a:rPr>
              <a:t>Accueil et objectifs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9C2BF2-72B3-495E-94F3-34E77AE6FBE8}"/>
              </a:ext>
            </a:extLst>
          </p:cNvPr>
          <p:cNvSpPr txBox="1">
            <a:spLocks noGrp="1"/>
          </p:cNvSpPr>
          <p:nvPr>
            <p:ph type="body" sz="quarter" idx="25"/>
          </p:nvPr>
        </p:nvSpPr>
        <p:spPr>
          <a:xfrm>
            <a:off x="1247767" y="565767"/>
            <a:ext cx="2296170" cy="2400651"/>
          </a:xfrm>
          <a:prstGeom prst="rect">
            <a:avLst/>
          </a:prstGeom>
        </p:spPr>
        <p:txBody>
          <a:bodyPr lIns="91437" tIns="91437" rIns="91437" bIns="91437">
            <a:spAutoFit/>
          </a:bodyPr>
          <a:lstStyle>
            <a:lvl1pPr>
              <a:defRPr/>
            </a:lvl1pPr>
          </a:lstStyle>
          <a:p>
            <a:pPr indent="0">
              <a:lnSpc>
                <a:spcPct val="90000"/>
              </a:lnSpc>
              <a:defRPr sz="16000" b="1" spc="300">
                <a:solidFill>
                  <a:srgbClr val="2C418C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pic>
        <p:nvPicPr>
          <p:cNvPr id="8" name="Google Shape;18472;p5" descr="Google Shape;18472;p5">
            <a:extLst>
              <a:ext uri="{FF2B5EF4-FFF2-40B4-BE49-F238E27FC236}">
                <a16:creationId xmlns:a16="http://schemas.microsoft.com/office/drawing/2014/main" id="{62ABC326-B4F8-9364-0BAD-BCFE74637D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560918" y="0"/>
            <a:ext cx="10976719" cy="137160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7"/>
          <p:cNvSpPr/>
          <p:nvPr/>
        </p:nvSpPr>
        <p:spPr>
          <a:xfrm>
            <a:off x="0" y="-81908"/>
            <a:ext cx="8016876" cy="13797910"/>
          </a:xfrm>
          <a:prstGeom prst="rect">
            <a:avLst/>
          </a:prstGeom>
          <a:solidFill>
            <a:srgbClr val="E7E9EB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lnSpc>
                <a:spcPct val="100000"/>
              </a:lnSpc>
              <a:defRPr sz="2800">
                <a:solidFill>
                  <a:srgbClr val="69A517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lang="fr-FR" noProof="0" dirty="0"/>
          </a:p>
        </p:txBody>
      </p:sp>
      <p:sp>
        <p:nvSpPr>
          <p:cNvPr id="88" name="Text Placeholder 46"/>
          <p:cNvSpPr/>
          <p:nvPr/>
        </p:nvSpPr>
        <p:spPr>
          <a:xfrm>
            <a:off x="10861198" y="4868071"/>
            <a:ext cx="1540321" cy="894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/>
          </a:bodyPr>
          <a:lstStyle>
            <a:lvl1pPr defTabSz="1353310">
              <a:lnSpc>
                <a:spcPct val="100000"/>
              </a:lnSpc>
              <a:spcBef>
                <a:spcPts val="1400"/>
              </a:spcBef>
              <a:defRPr sz="4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02</a:t>
            </a:r>
          </a:p>
        </p:txBody>
      </p:sp>
      <p:sp>
        <p:nvSpPr>
          <p:cNvPr id="89" name="Text Placeholder 47"/>
          <p:cNvSpPr/>
          <p:nvPr/>
        </p:nvSpPr>
        <p:spPr>
          <a:xfrm>
            <a:off x="12280554" y="5263705"/>
            <a:ext cx="7856133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Apports théoriques</a:t>
            </a:r>
          </a:p>
        </p:txBody>
      </p:sp>
      <p:sp>
        <p:nvSpPr>
          <p:cNvPr id="90" name="Text Placeholder 54"/>
          <p:cNvSpPr/>
          <p:nvPr/>
        </p:nvSpPr>
        <p:spPr>
          <a:xfrm>
            <a:off x="10866153" y="6501531"/>
            <a:ext cx="1540321" cy="894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/>
          </a:bodyPr>
          <a:lstStyle>
            <a:lvl1pPr defTabSz="1353310">
              <a:lnSpc>
                <a:spcPct val="100000"/>
              </a:lnSpc>
              <a:spcBef>
                <a:spcPts val="1400"/>
              </a:spcBef>
              <a:defRPr sz="4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03</a:t>
            </a:r>
          </a:p>
        </p:txBody>
      </p:sp>
      <p:sp>
        <p:nvSpPr>
          <p:cNvPr id="91" name="Text Placeholder 55"/>
          <p:cNvSpPr/>
          <p:nvPr/>
        </p:nvSpPr>
        <p:spPr>
          <a:xfrm>
            <a:off x="12285509" y="6852847"/>
            <a:ext cx="7856133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Testez vos connaissances</a:t>
            </a:r>
          </a:p>
        </p:txBody>
      </p:sp>
      <p:sp>
        <p:nvSpPr>
          <p:cNvPr id="92" name="Text Placeholder 37"/>
          <p:cNvSpPr/>
          <p:nvPr/>
        </p:nvSpPr>
        <p:spPr>
          <a:xfrm>
            <a:off x="12280554" y="3700230"/>
            <a:ext cx="7856133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Accueil &amp; objectifs</a:t>
            </a:r>
          </a:p>
        </p:txBody>
      </p:sp>
      <p:sp>
        <p:nvSpPr>
          <p:cNvPr id="93" name="Straight Connector 27"/>
          <p:cNvSpPr/>
          <p:nvPr/>
        </p:nvSpPr>
        <p:spPr>
          <a:xfrm>
            <a:off x="11143424" y="4516752"/>
            <a:ext cx="1434531" cy="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sp>
        <p:nvSpPr>
          <p:cNvPr id="94" name="Straight Connector 28"/>
          <p:cNvSpPr/>
          <p:nvPr/>
        </p:nvSpPr>
        <p:spPr>
          <a:xfrm>
            <a:off x="11143424" y="6108021"/>
            <a:ext cx="1434531" cy="4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sp>
        <p:nvSpPr>
          <p:cNvPr id="95" name="Straight Connector 29"/>
          <p:cNvSpPr/>
          <p:nvPr/>
        </p:nvSpPr>
        <p:spPr>
          <a:xfrm>
            <a:off x="11148379" y="7675352"/>
            <a:ext cx="1434531" cy="4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pic>
        <p:nvPicPr>
          <p:cNvPr id="96" name="Google Shape;18484;p6" descr="Google Shape;18484;p6"/>
          <p:cNvPicPr>
            <a:picLocks noChangeAspect="1"/>
          </p:cNvPicPr>
          <p:nvPr/>
        </p:nvPicPr>
        <p:blipFill>
          <a:blip r:embed="rId2"/>
          <a:srcRect l="18483" r="21801"/>
          <a:stretch>
            <a:fillRect/>
          </a:stretch>
        </p:blipFill>
        <p:spPr>
          <a:xfrm>
            <a:off x="-80389" y="4115570"/>
            <a:ext cx="7631164" cy="8517525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Google Shape;18492;p7"/>
          <p:cNvSpPr/>
          <p:nvPr/>
        </p:nvSpPr>
        <p:spPr>
          <a:xfrm>
            <a:off x="153890" y="195430"/>
            <a:ext cx="24076218" cy="91224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lang="fr-FR" noProof="0" dirty="0"/>
          </a:p>
        </p:txBody>
      </p:sp>
      <p:sp>
        <p:nvSpPr>
          <p:cNvPr id="98" name="Google Shape;18493;p7"/>
          <p:cNvSpPr/>
          <p:nvPr/>
        </p:nvSpPr>
        <p:spPr>
          <a:xfrm>
            <a:off x="153890" y="195430"/>
            <a:ext cx="5691124" cy="91224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lang="fr-FR" noProof="0" dirty="0"/>
          </a:p>
        </p:txBody>
      </p:sp>
      <p:sp>
        <p:nvSpPr>
          <p:cNvPr id="99" name="Google Shape;18494;p7"/>
          <p:cNvSpPr txBox="1"/>
          <p:nvPr/>
        </p:nvSpPr>
        <p:spPr>
          <a:xfrm>
            <a:off x="1783711" y="435645"/>
            <a:ext cx="390296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Accueil et objectifs</a:t>
            </a:r>
          </a:p>
        </p:txBody>
      </p:sp>
      <p:sp>
        <p:nvSpPr>
          <p:cNvPr id="100" name="Text Placeholder 54"/>
          <p:cNvSpPr/>
          <p:nvPr/>
        </p:nvSpPr>
        <p:spPr>
          <a:xfrm>
            <a:off x="10922158" y="9737321"/>
            <a:ext cx="907535" cy="894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/>
          </a:bodyPr>
          <a:lstStyle>
            <a:lvl1pPr defTabSz="1353310">
              <a:lnSpc>
                <a:spcPct val="100000"/>
              </a:lnSpc>
              <a:spcBef>
                <a:spcPts val="1400"/>
              </a:spcBef>
              <a:defRPr sz="4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05</a:t>
            </a:r>
          </a:p>
        </p:txBody>
      </p:sp>
      <p:sp>
        <p:nvSpPr>
          <p:cNvPr id="101" name="Text Placeholder 55"/>
          <p:cNvSpPr/>
          <p:nvPr/>
        </p:nvSpPr>
        <p:spPr>
          <a:xfrm>
            <a:off x="12265314" y="10019622"/>
            <a:ext cx="7856133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Conclusion</a:t>
            </a:r>
          </a:p>
        </p:txBody>
      </p:sp>
      <p:sp>
        <p:nvSpPr>
          <p:cNvPr id="102" name="Straight Connector 29"/>
          <p:cNvSpPr/>
          <p:nvPr/>
        </p:nvSpPr>
        <p:spPr>
          <a:xfrm>
            <a:off x="11128184" y="10979203"/>
            <a:ext cx="1434531" cy="3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sp>
        <p:nvSpPr>
          <p:cNvPr id="103" name="Title 30"/>
          <p:cNvSpPr txBox="1"/>
          <p:nvPr/>
        </p:nvSpPr>
        <p:spPr>
          <a:xfrm>
            <a:off x="938206" y="1997154"/>
            <a:ext cx="5593978" cy="1278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 lnSpcReduction="10000"/>
          </a:bodyPr>
          <a:lstStyle>
            <a:lvl1pPr>
              <a:lnSpc>
                <a:spcPct val="100000"/>
              </a:lnSpc>
              <a:defRPr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Sommaire</a:t>
            </a:r>
          </a:p>
        </p:txBody>
      </p:sp>
      <p:sp>
        <p:nvSpPr>
          <p:cNvPr id="104" name="Subtitle 31"/>
          <p:cNvSpPr txBox="1"/>
          <p:nvPr/>
        </p:nvSpPr>
        <p:spPr>
          <a:xfrm>
            <a:off x="10861198" y="3317751"/>
            <a:ext cx="1540321" cy="867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Autofit/>
          </a:bodyPr>
          <a:lstStyle>
            <a:lvl1pPr defTabSz="1298446">
              <a:lnSpc>
                <a:spcPct val="100000"/>
              </a:lnSpc>
              <a:spcBef>
                <a:spcPts val="1400"/>
              </a:spcBef>
              <a:defRPr sz="44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sz="4600" noProof="0" dirty="0"/>
              <a:t>01</a:t>
            </a:r>
          </a:p>
        </p:txBody>
      </p:sp>
      <p:sp>
        <p:nvSpPr>
          <p:cNvPr id="107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B5C33FE9-13FD-0B51-5AAF-E0EBF522D90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noProof="0" dirty="0"/>
          </a:p>
        </p:txBody>
      </p:sp>
      <p:sp>
        <p:nvSpPr>
          <p:cNvPr id="6" name="Espace réservé du texte 9">
            <a:extLst>
              <a:ext uri="{FF2B5EF4-FFF2-40B4-BE49-F238E27FC236}">
                <a16:creationId xmlns:a16="http://schemas.microsoft.com/office/drawing/2014/main" id="{734234C1-5623-C1A5-64DB-5FC27B5C83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noProof="0" dirty="0"/>
          </a:p>
        </p:txBody>
      </p:sp>
      <p:sp>
        <p:nvSpPr>
          <p:cNvPr id="3" name="Text Placeholder 54">
            <a:extLst>
              <a:ext uri="{FF2B5EF4-FFF2-40B4-BE49-F238E27FC236}">
                <a16:creationId xmlns:a16="http://schemas.microsoft.com/office/drawing/2014/main" id="{E7BBD117-159E-2054-A942-47E2039E25C2}"/>
              </a:ext>
            </a:extLst>
          </p:cNvPr>
          <p:cNvSpPr/>
          <p:nvPr userDrawn="1"/>
        </p:nvSpPr>
        <p:spPr>
          <a:xfrm>
            <a:off x="10891678" y="8173851"/>
            <a:ext cx="1540321" cy="894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/>
          </a:bodyPr>
          <a:lstStyle>
            <a:lvl1pPr defTabSz="1353310">
              <a:lnSpc>
                <a:spcPct val="100000"/>
              </a:lnSpc>
              <a:spcBef>
                <a:spcPts val="1400"/>
              </a:spcBef>
              <a:defRPr sz="4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04</a:t>
            </a:r>
          </a:p>
        </p:txBody>
      </p:sp>
      <p:sp>
        <p:nvSpPr>
          <p:cNvPr id="8" name="Text Placeholder 55">
            <a:extLst>
              <a:ext uri="{FF2B5EF4-FFF2-40B4-BE49-F238E27FC236}">
                <a16:creationId xmlns:a16="http://schemas.microsoft.com/office/drawing/2014/main" id="{D85A9812-4C53-3118-B9FD-34ED2A53DF82}"/>
              </a:ext>
            </a:extLst>
          </p:cNvPr>
          <p:cNvSpPr/>
          <p:nvPr userDrawn="1"/>
        </p:nvSpPr>
        <p:spPr>
          <a:xfrm>
            <a:off x="12311034" y="8567357"/>
            <a:ext cx="7856133" cy="73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normAutofit/>
          </a:bodyPr>
          <a:lstStyle>
            <a:lvl1pPr defTabSz="1627632">
              <a:lnSpc>
                <a:spcPct val="100000"/>
              </a:lnSpc>
              <a:spcBef>
                <a:spcPts val="1600"/>
              </a:spcBef>
              <a:defRPr sz="36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noProof="0" dirty="0"/>
              <a:t>Exercices pratiques</a:t>
            </a:r>
          </a:p>
        </p:txBody>
      </p:sp>
      <p:sp>
        <p:nvSpPr>
          <p:cNvPr id="9" name="Straight Connector 29">
            <a:extLst>
              <a:ext uri="{FF2B5EF4-FFF2-40B4-BE49-F238E27FC236}">
                <a16:creationId xmlns:a16="http://schemas.microsoft.com/office/drawing/2014/main" id="{9BAF4118-BD89-186E-10A7-21F39ED62572}"/>
              </a:ext>
            </a:extLst>
          </p:cNvPr>
          <p:cNvSpPr/>
          <p:nvPr userDrawn="1"/>
        </p:nvSpPr>
        <p:spPr>
          <a:xfrm>
            <a:off x="11173904" y="9389862"/>
            <a:ext cx="1434531" cy="4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 lang="fr-FR" noProof="0" dirty="0"/>
          </a:p>
        </p:txBody>
      </p:sp>
      <p:sp>
        <p:nvSpPr>
          <p:cNvPr id="4" name="Numéro de diapositive">
            <a:extLst>
              <a:ext uri="{FF2B5EF4-FFF2-40B4-BE49-F238E27FC236}">
                <a16:creationId xmlns:a16="http://schemas.microsoft.com/office/drawing/2014/main" id="{6C174E5B-7954-865B-262B-B22B6C4A1E2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445569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iste objec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80;p49" descr="Google Shape;80;p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9" name="Google Shape;18491;p7"/>
          <p:cNvGrpSpPr/>
          <p:nvPr/>
        </p:nvGrpSpPr>
        <p:grpSpPr>
          <a:xfrm>
            <a:off x="153890" y="195429"/>
            <a:ext cx="24076220" cy="912243"/>
            <a:chOff x="0" y="0"/>
            <a:chExt cx="24076218" cy="912241"/>
          </a:xfrm>
        </p:grpSpPr>
        <p:sp>
          <p:nvSpPr>
            <p:cNvPr id="116" name="Google Shape;18492;p7"/>
            <p:cNvSpPr/>
            <p:nvPr/>
          </p:nvSpPr>
          <p:spPr>
            <a:xfrm>
              <a:off x="0" y="-1"/>
              <a:ext cx="24076220" cy="912243"/>
            </a:xfrm>
            <a:prstGeom prst="roundRect">
              <a:avLst>
                <a:gd name="adj" fmla="val 50000"/>
              </a:avLst>
            </a:prstGeom>
            <a:solidFill>
              <a:srgbClr val="5F6FA9"/>
            </a:solidFill>
            <a:ln w="12700" cap="flat">
              <a:noFill/>
              <a:miter lim="400000"/>
            </a:ln>
            <a:effectLst/>
          </p:spPr>
          <p:txBody>
            <a:bodyPr wrap="square" lIns="91437" tIns="91437" rIns="91437" bIns="91437" numCol="1" anchor="ctr">
              <a:noAutofit/>
            </a:bodyPr>
            <a:lstStyle/>
            <a:p>
              <a:pPr algn="ctr" defTabSz="1828800">
                <a:defRPr sz="2000">
                  <a:solidFill>
                    <a:srgbClr val="96DCAA"/>
                  </a:solidFill>
                  <a:latin typeface="Aeonik MGEN"/>
                  <a:ea typeface="Aeonik MGEN"/>
                  <a:cs typeface="Aeonik MGEN"/>
                  <a:sym typeface="Aeonik MGEN"/>
                </a:defRPr>
              </a:pPr>
              <a:endParaRPr dirty="0"/>
            </a:p>
          </p:txBody>
        </p:sp>
        <p:sp>
          <p:nvSpPr>
            <p:cNvPr id="117" name="Google Shape;18493;p7"/>
            <p:cNvSpPr/>
            <p:nvPr/>
          </p:nvSpPr>
          <p:spPr>
            <a:xfrm>
              <a:off x="7918" y="0"/>
              <a:ext cx="5691125" cy="912241"/>
            </a:xfrm>
            <a:prstGeom prst="roundRect">
              <a:avLst>
                <a:gd name="adj" fmla="val 50000"/>
              </a:avLst>
            </a:prstGeom>
            <a:solidFill>
              <a:srgbClr val="233470"/>
            </a:solidFill>
            <a:ln w="12700" cap="flat">
              <a:noFill/>
              <a:miter lim="400000"/>
            </a:ln>
            <a:effectLst/>
          </p:spPr>
          <p:txBody>
            <a:bodyPr wrap="square" lIns="91437" tIns="91437" rIns="91437" bIns="91437" numCol="1" anchor="ctr">
              <a:noAutofit/>
            </a:bodyPr>
            <a:lstStyle/>
            <a:p>
              <a:pPr algn="ctr" defTabSz="1828800">
                <a:defRPr sz="2000">
                  <a:solidFill>
                    <a:srgbClr val="96DCAA"/>
                  </a:solidFill>
                  <a:latin typeface="Aeonik MGEN"/>
                  <a:ea typeface="Aeonik MGEN"/>
                  <a:cs typeface="Aeonik MGEN"/>
                  <a:sym typeface="Aeonik MGEN"/>
                </a:defRPr>
              </a:pPr>
              <a:endParaRPr dirty="0"/>
            </a:p>
          </p:txBody>
        </p:sp>
        <p:sp>
          <p:nvSpPr>
            <p:cNvPr id="118" name="Google Shape;18494;p7"/>
            <p:cNvSpPr txBox="1"/>
            <p:nvPr/>
          </p:nvSpPr>
          <p:spPr>
            <a:xfrm>
              <a:off x="1637739" y="240216"/>
              <a:ext cx="3902969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828800">
                <a:defRPr sz="2800">
                  <a:solidFill>
                    <a:srgbClr val="96DCAA"/>
                  </a:solidFill>
                  <a:latin typeface="Aeonik MGEN"/>
                  <a:ea typeface="Aeonik MGEN"/>
                  <a:cs typeface="Aeonik MGEN"/>
                  <a:sym typeface="Aeonik MGEN"/>
                </a:defRPr>
              </a:lvl1pPr>
            </a:lstStyle>
            <a:p>
              <a:r>
                <a:rPr dirty="0" err="1"/>
                <a:t>Accueil</a:t>
              </a:r>
              <a:r>
                <a:rPr dirty="0"/>
                <a:t> et </a:t>
              </a:r>
              <a:r>
                <a:rPr dirty="0" err="1"/>
                <a:t>objectifs</a:t>
              </a:r>
              <a:endParaRPr dirty="0"/>
            </a:p>
          </p:txBody>
        </p:sp>
      </p:grpSp>
      <p:pic>
        <p:nvPicPr>
          <p:cNvPr id="121" name="Google Shape;18496;p7" descr="Google Shape;18496;p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39" y="6447735"/>
            <a:ext cx="2539303" cy="2539303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Google Shape;18498;p7"/>
          <p:cNvSpPr txBox="1"/>
          <p:nvPr/>
        </p:nvSpPr>
        <p:spPr>
          <a:xfrm>
            <a:off x="7457508" y="4397448"/>
            <a:ext cx="11760199" cy="11225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10000"/>
              </a:lnSpc>
              <a:defRPr sz="62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Les objectifs de l’atelier</a:t>
            </a:r>
          </a:p>
        </p:txBody>
      </p:sp>
      <p:sp>
        <p:nvSpPr>
          <p:cNvPr id="125" name="Google Shape;81;p49"/>
          <p:cNvSpPr/>
          <p:nvPr/>
        </p:nvSpPr>
        <p:spPr>
          <a:xfrm>
            <a:off x="20171586" y="12737406"/>
            <a:ext cx="11" cy="242001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23BF5E-0A75-1207-73A0-0354E122AC6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850" y="6495502"/>
            <a:ext cx="14344650" cy="854075"/>
          </a:xfrm>
          <a:prstGeom prst="rect">
            <a:avLst/>
          </a:prstGeom>
        </p:spPr>
        <p:txBody>
          <a:bodyPr>
            <a:noAutofit/>
          </a:bodyPr>
          <a:lstStyle>
            <a:lvl1pPr marL="457200" indent="-457200">
              <a:buFont typeface="Wingdings" panose="05000000000000000000" pitchFamily="2" charset="2"/>
              <a:buChar char="ü"/>
              <a:defRPr lang="fr-FR" sz="30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0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0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0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0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7AB2D74-ED7B-A74A-36D0-E2F119C799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D8B57B8-EB94-27BB-FC8F-33AF4B6F3F0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97BFF5B4-CF82-B4C1-5A33-4FCF49A5014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rise gl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80;p49" descr="Google Shape;80;p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Google Shape;81;p49"/>
          <p:cNvSpPr/>
          <p:nvPr/>
        </p:nvSpPr>
        <p:spPr>
          <a:xfrm>
            <a:off x="20171586" y="12737406"/>
            <a:ext cx="11" cy="242001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9" name="Google Shape;18458;p4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pic>
        <p:nvPicPr>
          <p:cNvPr id="60" name="Google Shape;18462;p4" descr="Google Shape;18462;p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596" y="6962098"/>
            <a:ext cx="4163044" cy="675512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Google Shape;18445;p3"/>
          <p:cNvSpPr/>
          <p:nvPr/>
        </p:nvSpPr>
        <p:spPr>
          <a:xfrm>
            <a:off x="153891" y="195432"/>
            <a:ext cx="4759885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63" name="Google Shape;18446;p3"/>
          <p:cNvSpPr txBox="1"/>
          <p:nvPr/>
        </p:nvSpPr>
        <p:spPr>
          <a:xfrm>
            <a:off x="858748" y="435647"/>
            <a:ext cx="390295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Accueil et objectifs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018D0A77-7319-10BC-EBA8-A59CB80380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87437" y="5397559"/>
            <a:ext cx="22209125" cy="1122363"/>
          </a:xfrm>
          <a:prstGeom prst="rect">
            <a:avLst/>
          </a:prstGeom>
        </p:spPr>
        <p:txBody>
          <a:bodyPr>
            <a:normAutofit/>
          </a:bodyPr>
          <a:lstStyle>
            <a:lvl1pPr indent="0" algn="ctr">
              <a:defRPr lang="fr-FR" sz="62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A1FD12-2214-A396-BA4D-24272834BE8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53315" y="6841490"/>
            <a:ext cx="9747250" cy="415925"/>
          </a:xfrm>
          <a:prstGeom prst="rect">
            <a:avLst/>
          </a:prstGeom>
        </p:spPr>
        <p:txBody>
          <a:bodyPr/>
          <a:lstStyle>
            <a:lvl1pPr indent="0">
              <a:defRPr lang="fr-FR" sz="3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0E02AE68-B3A5-7958-ACAB-AE381BD3CE8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0A17F46D-9666-E10A-ACF2-D1314BAA99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3" name="Numéro de diapositive">
            <a:extLst>
              <a:ext uri="{FF2B5EF4-FFF2-40B4-BE49-F238E27FC236}">
                <a16:creationId xmlns:a16="http://schemas.microsoft.com/office/drawing/2014/main" id="{36871EDB-3656-1A8D-C337-D1739E7AC0B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ransition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45;p45"/>
          <p:cNvSpPr/>
          <p:nvPr/>
        </p:nvSpPr>
        <p:spPr>
          <a:xfrm>
            <a:off x="1247767" y="3201416"/>
            <a:ext cx="11376040" cy="1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4" name="Google Shape;48;p45"/>
          <p:cNvSpPr/>
          <p:nvPr/>
        </p:nvSpPr>
        <p:spPr>
          <a:xfrm>
            <a:off x="1247767" y="12115800"/>
            <a:ext cx="11376040" cy="0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5" name="Google Shape;49;p45"/>
          <p:cNvSpPr/>
          <p:nvPr/>
        </p:nvSpPr>
        <p:spPr>
          <a:xfrm>
            <a:off x="15576550" y="-163902"/>
            <a:ext cx="8807450" cy="14043803"/>
          </a:xfrm>
          <a:prstGeom prst="rect">
            <a:avLst/>
          </a:prstGeom>
          <a:solidFill>
            <a:srgbClr val="2C418C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lnSpc>
                <a:spcPct val="10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dirty="0"/>
          </a:p>
        </p:txBody>
      </p:sp>
      <p:sp>
        <p:nvSpPr>
          <p:cNvPr id="137" name="Text Placeholder 3"/>
          <p:cNvSpPr txBox="1"/>
          <p:nvPr/>
        </p:nvSpPr>
        <p:spPr>
          <a:xfrm>
            <a:off x="1339213" y="755979"/>
            <a:ext cx="2075366" cy="9204957"/>
          </a:xfrm>
          <a:prstGeom prst="rect">
            <a:avLst/>
          </a:prstGeom>
          <a:ln w="12700">
            <a:miter lim="400000"/>
          </a:ln>
        </p:spPr>
        <p:txBody>
          <a:bodyPr lIns="91437" tIns="91437" rIns="91437" bIns="91437">
            <a:spAutoFit/>
          </a:bodyPr>
          <a:lstStyle/>
          <a:p>
            <a:pPr defTabSz="1828800">
              <a:spcBef>
                <a:spcPts val="2000"/>
              </a:spcBef>
              <a:defRPr sz="16000" b="1" spc="300">
                <a:solidFill>
                  <a:srgbClr val="2C418C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4A8940-1A29-1D2B-FDDA-47EB13B8A4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47767" y="3436415"/>
            <a:ext cx="11987213" cy="2409825"/>
          </a:xfrm>
          <a:prstGeom prst="rect">
            <a:avLst/>
          </a:prstGeom>
        </p:spPr>
        <p:txBody>
          <a:bodyPr/>
          <a:lstStyle>
            <a:lvl1pPr indent="0">
              <a:defRPr lang="fr-FR" sz="7600" b="1" i="0" u="none" strike="noStrike" cap="none" spc="0" baseline="0" dirty="0" smtClean="0">
                <a:solidFill>
                  <a:srgbClr val="2C418C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7600" b="1" i="0" u="none" strike="noStrike" cap="none" spc="0" baseline="0" dirty="0" smtClean="0">
                <a:solidFill>
                  <a:srgbClr val="2C418C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7600" b="1" i="0" u="none" strike="noStrike" cap="none" spc="0" baseline="0" dirty="0" smtClean="0">
                <a:solidFill>
                  <a:srgbClr val="2C418C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7600" b="1" i="0" u="none" strike="noStrike" cap="none" spc="0" baseline="0" dirty="0" smtClean="0">
                <a:solidFill>
                  <a:srgbClr val="2C418C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7600" b="1" i="0" u="none" strike="noStrike" cap="none" spc="0" baseline="0" dirty="0">
                <a:solidFill>
                  <a:srgbClr val="2C418C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0084C97-9B15-8221-2187-4545741FF79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47767" y="5846240"/>
            <a:ext cx="12155496" cy="1122362"/>
          </a:xfrm>
          <a:prstGeom prst="rect">
            <a:avLst/>
          </a:prstGeom>
        </p:spPr>
        <p:txBody>
          <a:bodyPr/>
          <a:lstStyle>
            <a:lvl1pPr indent="0"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0" i="1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0" i="1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B8E9F-98BB-B340-30B6-DDC868951143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247767" y="565767"/>
            <a:ext cx="2296170" cy="2400651"/>
          </a:xfrm>
          <a:prstGeom prst="rect">
            <a:avLst/>
          </a:prstGeom>
        </p:spPr>
        <p:txBody>
          <a:bodyPr lIns="91437" tIns="91437" rIns="91437" bIns="91437">
            <a:spAutoFit/>
          </a:bodyPr>
          <a:lstStyle>
            <a:lvl1pPr>
              <a:defRPr/>
            </a:lvl1pPr>
          </a:lstStyle>
          <a:p>
            <a:pPr indent="0">
              <a:lnSpc>
                <a:spcPct val="90000"/>
              </a:lnSpc>
              <a:defRPr sz="16000" b="1" spc="300">
                <a:solidFill>
                  <a:srgbClr val="2C418C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pports théor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8" name="Google Shape;18528;p10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49" name="Google Shape;18529;p10"/>
          <p:cNvSpPr/>
          <p:nvPr/>
        </p:nvSpPr>
        <p:spPr>
          <a:xfrm>
            <a:off x="153891" y="195432"/>
            <a:ext cx="8682020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50" name="Google Shape;18530;p10"/>
          <p:cNvSpPr txBox="1"/>
          <p:nvPr/>
        </p:nvSpPr>
        <p:spPr>
          <a:xfrm>
            <a:off x="4965958" y="435647"/>
            <a:ext cx="375640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/>
              <a:t>Apports </a:t>
            </a:r>
            <a:r>
              <a:rPr dirty="0" err="1"/>
              <a:t>théoriques</a:t>
            </a:r>
            <a:endParaRPr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CB6544-5AE8-496B-EC90-A05EE76FCB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82404" y="1828576"/>
            <a:ext cx="13819188" cy="12334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AD0977A-D5C1-98D3-0352-CA54B433EDD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51746" y="4443643"/>
            <a:ext cx="21439304" cy="6607175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D7804EDD-E272-DD40-4CB2-544711EB1A5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7769B41D-0290-778D-3C7D-6665256D7D2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67583BAD-1103-FC27-EC37-A969F090638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raiFaux transition">
    <p:bg>
      <p:bgPr>
        <a:solidFill>
          <a:srgbClr val="96D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71;p48"/>
          <p:cNvSpPr/>
          <p:nvPr/>
        </p:nvSpPr>
        <p:spPr>
          <a:xfrm>
            <a:off x="1247768" y="3393792"/>
            <a:ext cx="11376043" cy="7"/>
          </a:xfrm>
          <a:prstGeom prst="line">
            <a:avLst/>
          </a:prstGeom>
          <a:ln w="25400">
            <a:solidFill>
              <a:srgbClr val="2C418C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3" name="Google Shape;74;p48"/>
          <p:cNvSpPr/>
          <p:nvPr/>
        </p:nvSpPr>
        <p:spPr>
          <a:xfrm>
            <a:off x="15576550" y="0"/>
            <a:ext cx="8807450" cy="13716000"/>
          </a:xfrm>
          <a:prstGeom prst="rect">
            <a:avLst/>
          </a:prstGeom>
          <a:solidFill>
            <a:srgbClr val="2C418C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lnSpc>
                <a:spcPct val="10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164" name="Google Shape;18693;p21" descr="Google Shape;18693;p21"/>
          <p:cNvPicPr>
            <a:picLocks noChangeAspect="1"/>
          </p:cNvPicPr>
          <p:nvPr/>
        </p:nvPicPr>
        <p:blipFill>
          <a:blip r:embed="rId2"/>
          <a:srcRect l="16230"/>
          <a:stretch>
            <a:fillRect/>
          </a:stretch>
        </p:blipFill>
        <p:spPr>
          <a:xfrm>
            <a:off x="15382871" y="-6"/>
            <a:ext cx="9195145" cy="13716008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 Placeholder 3"/>
          <p:cNvSpPr txBox="1">
            <a:spLocks noGrp="1"/>
          </p:cNvSpPr>
          <p:nvPr>
            <p:ph type="body" sz="quarter" idx="21"/>
          </p:nvPr>
        </p:nvSpPr>
        <p:spPr>
          <a:xfrm>
            <a:off x="1262281" y="755979"/>
            <a:ext cx="2296170" cy="2400651"/>
          </a:xfrm>
          <a:prstGeom prst="rect">
            <a:avLst/>
          </a:prstGeom>
        </p:spPr>
        <p:txBody>
          <a:bodyPr lIns="91437" tIns="91437" rIns="91437" bIns="91437">
            <a:spAutoFit/>
          </a:bodyPr>
          <a:lstStyle>
            <a:lvl1pPr>
              <a:defRPr/>
            </a:lvl1pPr>
          </a:lstStyle>
          <a:p>
            <a:pPr indent="0">
              <a:lnSpc>
                <a:spcPct val="90000"/>
              </a:lnSpc>
              <a:defRPr sz="16000" b="1" spc="300">
                <a:solidFill>
                  <a:srgbClr val="2C418C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 dirty="0"/>
          </a:p>
        </p:txBody>
      </p:sp>
      <p:sp>
        <p:nvSpPr>
          <p:cNvPr id="166" name="Google Shape;18519;p9"/>
          <p:cNvSpPr txBox="1"/>
          <p:nvPr/>
        </p:nvSpPr>
        <p:spPr>
          <a:xfrm>
            <a:off x="1262281" y="5846240"/>
            <a:ext cx="12064808" cy="112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>
            <a:lvl1pPr defTabSz="1828800">
              <a:lnSpc>
                <a:spcPct val="150000"/>
              </a:lnSpc>
              <a:defRPr sz="6200" i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 err="1"/>
              <a:t>Testez</a:t>
            </a:r>
            <a:r>
              <a:rPr dirty="0"/>
              <a:t> </a:t>
            </a:r>
            <a:r>
              <a:rPr dirty="0" err="1"/>
              <a:t>vos</a:t>
            </a:r>
            <a:r>
              <a:rPr dirty="0"/>
              <a:t> </a:t>
            </a:r>
            <a:r>
              <a:rPr dirty="0" err="1"/>
              <a:t>connaissances</a:t>
            </a:r>
            <a:endParaRPr dirty="0"/>
          </a:p>
        </p:txBody>
      </p:sp>
      <p:sp>
        <p:nvSpPr>
          <p:cNvPr id="167" name="Vrai ou Faux ?"/>
          <p:cNvSpPr txBox="1"/>
          <p:nvPr/>
        </p:nvSpPr>
        <p:spPr>
          <a:xfrm>
            <a:off x="1262281" y="3607613"/>
            <a:ext cx="12150112" cy="2037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1828800">
              <a:lnSpc>
                <a:spcPct val="100000"/>
              </a:lnSpc>
              <a:defRPr sz="7600" b="1">
                <a:solidFill>
                  <a:srgbClr val="2C418C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Vrai ou Faux ?</a:t>
            </a:r>
          </a:p>
        </p:txBody>
      </p:sp>
    </p:spTree>
    <p:extLst>
      <p:ext uri="{BB962C8B-B14F-4D97-AF65-F5344CB8AC3E}">
        <p14:creationId xmlns:p14="http://schemas.microsoft.com/office/powerpoint/2010/main" val="206662044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raiFaux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7" name="Google Shape;18701;p22"/>
          <p:cNvSpPr txBox="1">
            <a:spLocks noGrp="1"/>
          </p:cNvSpPr>
          <p:nvPr>
            <p:ph type="body" sz="quarter" idx="21"/>
          </p:nvPr>
        </p:nvSpPr>
        <p:spPr>
          <a:xfrm>
            <a:off x="1338389" y="6646905"/>
            <a:ext cx="21707222" cy="112250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ctr">
              <a:lnSpc>
                <a:spcPct val="110000"/>
              </a:lnSpc>
              <a:spcBef>
                <a:spcPts val="0"/>
              </a:spcBef>
              <a:defRPr sz="6200" b="1"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78" name="Google Shape;18702;p22"/>
          <p:cNvSpPr txBox="1"/>
          <p:nvPr/>
        </p:nvSpPr>
        <p:spPr>
          <a:xfrm>
            <a:off x="2477701" y="3935424"/>
            <a:ext cx="5570852" cy="8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>
            <a:lvl1pPr defTabSz="1828800">
              <a:lnSpc>
                <a:spcPct val="150000"/>
              </a:lnSpc>
              <a:defRPr sz="4400" b="1" cap="all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VRAI OU FAUX ?</a:t>
            </a:r>
          </a:p>
        </p:txBody>
      </p:sp>
      <p:sp>
        <p:nvSpPr>
          <p:cNvPr id="179" name="Google Shape;18703;p22"/>
          <p:cNvSpPr/>
          <p:nvPr/>
        </p:nvSpPr>
        <p:spPr>
          <a:xfrm>
            <a:off x="5352550" y="9637786"/>
            <a:ext cx="4577123" cy="1472297"/>
          </a:xfrm>
          <a:prstGeom prst="roundRect">
            <a:avLst>
              <a:gd name="adj" fmla="val 17369"/>
            </a:avLst>
          </a:prstGeom>
          <a:solidFill>
            <a:srgbClr val="A5DAAE"/>
          </a:solidFill>
          <a:ln w="25400">
            <a:solidFill>
              <a:srgbClr val="FFCDEB"/>
            </a:solidFill>
            <a:miter lim="80"/>
          </a:ln>
        </p:spPr>
        <p:txBody>
          <a:bodyPr lIns="91437" tIns="91437" rIns="91437" bIns="91437" anchor="ctr"/>
          <a:lstStyle/>
          <a:p>
            <a:pPr defTabSz="1828800">
              <a:lnSpc>
                <a:spcPct val="100000"/>
              </a:lnSpc>
              <a:defRPr sz="36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0" name="Google Shape;18704;p22"/>
          <p:cNvSpPr/>
          <p:nvPr/>
        </p:nvSpPr>
        <p:spPr>
          <a:xfrm>
            <a:off x="14454328" y="9637786"/>
            <a:ext cx="4577123" cy="1472297"/>
          </a:xfrm>
          <a:prstGeom prst="roundRect">
            <a:avLst>
              <a:gd name="adj" fmla="val 17369"/>
            </a:avLst>
          </a:prstGeom>
          <a:solidFill>
            <a:srgbClr val="594691"/>
          </a:solidFill>
          <a:ln w="25400">
            <a:solidFill>
              <a:srgbClr val="FFCDEB"/>
            </a:solidFill>
            <a:miter lim="80"/>
          </a:ln>
        </p:spPr>
        <p:txBody>
          <a:bodyPr lIns="91437" tIns="91437" rIns="91437" bIns="91437" anchor="ctr"/>
          <a:lstStyle/>
          <a:p>
            <a:pPr defTabSz="1828800">
              <a:lnSpc>
                <a:spcPct val="100000"/>
              </a:lnSpc>
              <a:defRPr sz="36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1" name="Google Shape;18705;p22"/>
          <p:cNvSpPr txBox="1"/>
          <p:nvPr/>
        </p:nvSpPr>
        <p:spPr>
          <a:xfrm>
            <a:off x="5493469" y="9736483"/>
            <a:ext cx="4295285" cy="1292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50000"/>
              </a:lnSpc>
              <a:defRPr>
                <a:solidFill>
                  <a:srgbClr val="FFFFFF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pPr>
              <a:lnSpc>
                <a:spcPct val="100000"/>
              </a:lnSpc>
            </a:pPr>
            <a:r>
              <a:rPr dirty="0"/>
              <a:t>Vrai</a:t>
            </a:r>
          </a:p>
        </p:txBody>
      </p:sp>
      <p:sp>
        <p:nvSpPr>
          <p:cNvPr id="182" name="Google Shape;18706;p22"/>
          <p:cNvSpPr txBox="1"/>
          <p:nvPr/>
        </p:nvSpPr>
        <p:spPr>
          <a:xfrm>
            <a:off x="14595244" y="9736483"/>
            <a:ext cx="4295284" cy="1292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50000"/>
              </a:lnSpc>
              <a:defRPr>
                <a:solidFill>
                  <a:srgbClr val="FFFFFF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pPr>
              <a:lnSpc>
                <a:spcPct val="100000"/>
              </a:lnSpc>
            </a:pPr>
            <a:r>
              <a:rPr dirty="0"/>
              <a:t>Faux</a:t>
            </a:r>
          </a:p>
        </p:txBody>
      </p:sp>
      <p:sp>
        <p:nvSpPr>
          <p:cNvPr id="183" name="Google Shape;18707;p22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184" name="Google Shape;18708;p22"/>
          <p:cNvSpPr/>
          <p:nvPr/>
        </p:nvSpPr>
        <p:spPr>
          <a:xfrm>
            <a:off x="153891" y="195432"/>
            <a:ext cx="14300437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FEA4A1E2-D7C4-33BF-4F9E-BCEDD3D5E39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E0C98E43-2C6A-C17E-E3BD-7CCD9A82869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2" name="Google Shape;18530;p10">
            <a:extLst>
              <a:ext uri="{FF2B5EF4-FFF2-40B4-BE49-F238E27FC236}">
                <a16:creationId xmlns:a16="http://schemas.microsoft.com/office/drawing/2014/main" id="{31FBC162-C720-324F-865E-6B5FCF900EB0}"/>
              </a:ext>
            </a:extLst>
          </p:cNvPr>
          <p:cNvSpPr txBox="1"/>
          <p:nvPr userDrawn="1"/>
        </p:nvSpPr>
        <p:spPr>
          <a:xfrm>
            <a:off x="10432031" y="457647"/>
            <a:ext cx="3756409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Testez vos connaissances</a:t>
            </a:r>
            <a:endParaRPr dirty="0"/>
          </a:p>
        </p:txBody>
      </p:sp>
      <p:sp>
        <p:nvSpPr>
          <p:cNvPr id="3" name="Numéro de diapositive">
            <a:extLst>
              <a:ext uri="{FF2B5EF4-FFF2-40B4-BE49-F238E27FC236}">
                <a16:creationId xmlns:a16="http://schemas.microsoft.com/office/drawing/2014/main" id="{D15B9B4B-819F-3414-729F-10A8E567167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211209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aux 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97" name="Google Shape;18719;p23"/>
          <p:cNvSpPr/>
          <p:nvPr/>
        </p:nvSpPr>
        <p:spPr>
          <a:xfrm>
            <a:off x="9913508" y="2421226"/>
            <a:ext cx="4577120" cy="1472297"/>
          </a:xfrm>
          <a:prstGeom prst="roundRect">
            <a:avLst>
              <a:gd name="adj" fmla="val 17369"/>
            </a:avLst>
          </a:prstGeom>
          <a:solidFill>
            <a:srgbClr val="594691"/>
          </a:solidFill>
          <a:ln w="25400">
            <a:solidFill>
              <a:srgbClr val="FFCDEB"/>
            </a:solidFill>
            <a:miter lim="80"/>
          </a:ln>
        </p:spPr>
        <p:txBody>
          <a:bodyPr lIns="91437" tIns="91437" rIns="91437" bIns="91437" anchor="ctr"/>
          <a:lstStyle/>
          <a:p>
            <a:pPr defTabSz="1828800">
              <a:lnSpc>
                <a:spcPct val="100000"/>
              </a:lnSpc>
              <a:defRPr sz="36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8" name="Google Shape;18720;p23"/>
          <p:cNvSpPr txBox="1"/>
          <p:nvPr/>
        </p:nvSpPr>
        <p:spPr>
          <a:xfrm>
            <a:off x="10054428" y="2519924"/>
            <a:ext cx="4295288" cy="1292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50000"/>
              </a:lnSpc>
              <a:defRPr i="1">
                <a:solidFill>
                  <a:srgbClr val="FFFFFF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pPr>
              <a:lnSpc>
                <a:spcPct val="100000"/>
              </a:lnSpc>
            </a:pPr>
            <a:r>
              <a:rPr dirty="0"/>
              <a:t>Faux !</a:t>
            </a:r>
          </a:p>
        </p:txBody>
      </p:sp>
      <p:sp>
        <p:nvSpPr>
          <p:cNvPr id="201" name="Google Shape;18723;p23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00044D13-CFE3-28F1-0573-2BAD784875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87435" y="4645905"/>
            <a:ext cx="22209125" cy="11223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lang="fr-FR" sz="62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E61D7E6F-5ADD-BF7C-ADB0-4DDCB24CAD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47538" y="7031567"/>
            <a:ext cx="6525763" cy="2414357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CD6DA052-EE87-65B8-215F-3A8B9648817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4DFD1ECF-B6B9-EA7C-A0FD-4CAE3B34B0A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6" name="Google Shape;18708;p22">
            <a:extLst>
              <a:ext uri="{FF2B5EF4-FFF2-40B4-BE49-F238E27FC236}">
                <a16:creationId xmlns:a16="http://schemas.microsoft.com/office/drawing/2014/main" id="{CA0A4E0C-91DD-6D5B-A84A-180140C8E83D}"/>
              </a:ext>
            </a:extLst>
          </p:cNvPr>
          <p:cNvSpPr/>
          <p:nvPr userDrawn="1"/>
        </p:nvSpPr>
        <p:spPr>
          <a:xfrm>
            <a:off x="153891" y="195432"/>
            <a:ext cx="14300437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7" name="Google Shape;18530;p10">
            <a:extLst>
              <a:ext uri="{FF2B5EF4-FFF2-40B4-BE49-F238E27FC236}">
                <a16:creationId xmlns:a16="http://schemas.microsoft.com/office/drawing/2014/main" id="{2C706CE9-BED7-6817-F9FB-78D0714C8913}"/>
              </a:ext>
            </a:extLst>
          </p:cNvPr>
          <p:cNvSpPr txBox="1"/>
          <p:nvPr userDrawn="1"/>
        </p:nvSpPr>
        <p:spPr>
          <a:xfrm>
            <a:off x="10432031" y="457647"/>
            <a:ext cx="3756409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Testez vos connaissances</a:t>
            </a:r>
            <a:endParaRPr dirty="0"/>
          </a:p>
        </p:txBody>
      </p:sp>
      <p:sp>
        <p:nvSpPr>
          <p:cNvPr id="4" name="Numéro de diapositive">
            <a:extLst>
              <a:ext uri="{FF2B5EF4-FFF2-40B4-BE49-F238E27FC236}">
                <a16:creationId xmlns:a16="http://schemas.microsoft.com/office/drawing/2014/main" id="{54C66AEA-52B1-AA5F-A329-BA6EC9B5E75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rai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15" name="Google Shape;18787;p27"/>
          <p:cNvSpPr/>
          <p:nvPr/>
        </p:nvSpPr>
        <p:spPr>
          <a:xfrm>
            <a:off x="9688686" y="2517524"/>
            <a:ext cx="4577120" cy="1472297"/>
          </a:xfrm>
          <a:prstGeom prst="roundRect">
            <a:avLst>
              <a:gd name="adj" fmla="val 17369"/>
            </a:avLst>
          </a:prstGeom>
          <a:solidFill>
            <a:srgbClr val="A5DAAE"/>
          </a:solidFill>
          <a:ln w="25400">
            <a:solidFill>
              <a:srgbClr val="FFCDEB"/>
            </a:solidFill>
            <a:miter lim="80"/>
          </a:ln>
        </p:spPr>
        <p:txBody>
          <a:bodyPr lIns="91437" tIns="91437" rIns="91437" bIns="91437" anchor="ctr"/>
          <a:lstStyle/>
          <a:p>
            <a:pPr defTabSz="1828800">
              <a:lnSpc>
                <a:spcPct val="100000"/>
              </a:lnSpc>
              <a:defRPr sz="36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6" name="Google Shape;18788;p27"/>
          <p:cNvSpPr txBox="1"/>
          <p:nvPr/>
        </p:nvSpPr>
        <p:spPr>
          <a:xfrm>
            <a:off x="9829606" y="2616222"/>
            <a:ext cx="4295289" cy="1292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50000"/>
              </a:lnSpc>
              <a:defRPr i="1">
                <a:solidFill>
                  <a:srgbClr val="FFFFFF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pPr>
              <a:lnSpc>
                <a:spcPct val="100000"/>
              </a:lnSpc>
            </a:pPr>
            <a:r>
              <a:rPr dirty="0"/>
              <a:t>Vrai !</a:t>
            </a:r>
          </a:p>
        </p:txBody>
      </p:sp>
      <p:sp>
        <p:nvSpPr>
          <p:cNvPr id="217" name="Google Shape;18789;p27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18" name="Google Shape;18721;p23"/>
          <p:cNvSpPr txBox="1">
            <a:spLocks noGrp="1"/>
          </p:cNvSpPr>
          <p:nvPr>
            <p:ph type="body" sz="quarter" idx="21"/>
          </p:nvPr>
        </p:nvSpPr>
        <p:spPr>
          <a:xfrm>
            <a:off x="5839793" y="4612304"/>
            <a:ext cx="12704410" cy="112250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0" algn="ctr">
              <a:lnSpc>
                <a:spcPct val="110000"/>
              </a:lnSpc>
              <a:spcBef>
                <a:spcPts val="0"/>
              </a:spcBef>
              <a:defRPr sz="6200" b="1"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4" name="Espace réservé du texte 7">
            <a:extLst>
              <a:ext uri="{FF2B5EF4-FFF2-40B4-BE49-F238E27FC236}">
                <a16:creationId xmlns:a16="http://schemas.microsoft.com/office/drawing/2014/main" id="{D7AC8D06-DC62-30D5-1AFA-99F142AAFF6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3CB31979-EF12-57D1-A370-3BF1F69FBDC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C494179A-10BE-44BF-0070-E45F2991A69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747538" y="7031567"/>
            <a:ext cx="6525763" cy="2414357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8" name="Google Shape;18708;p22">
            <a:extLst>
              <a:ext uri="{FF2B5EF4-FFF2-40B4-BE49-F238E27FC236}">
                <a16:creationId xmlns:a16="http://schemas.microsoft.com/office/drawing/2014/main" id="{2AAB5E27-6685-D67E-6A9E-D0EC7441C9BF}"/>
              </a:ext>
            </a:extLst>
          </p:cNvPr>
          <p:cNvSpPr/>
          <p:nvPr userDrawn="1"/>
        </p:nvSpPr>
        <p:spPr>
          <a:xfrm>
            <a:off x="153891" y="195432"/>
            <a:ext cx="14300437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9" name="Google Shape;18530;p10">
            <a:extLst>
              <a:ext uri="{FF2B5EF4-FFF2-40B4-BE49-F238E27FC236}">
                <a16:creationId xmlns:a16="http://schemas.microsoft.com/office/drawing/2014/main" id="{F92D1BBE-7226-895F-7EB8-0E939733B521}"/>
              </a:ext>
            </a:extLst>
          </p:cNvPr>
          <p:cNvSpPr txBox="1"/>
          <p:nvPr userDrawn="1"/>
        </p:nvSpPr>
        <p:spPr>
          <a:xfrm>
            <a:off x="10432031" y="457647"/>
            <a:ext cx="3756409" cy="387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lang="fr-FR" dirty="0"/>
              <a:t>Testez vos connaissances</a:t>
            </a:r>
            <a:endParaRPr dirty="0"/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281643EB-5149-0397-3C99-56756D67818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335254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ercices prat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Google Shape;29;p43"/>
          <p:cNvSpPr/>
          <p:nvPr userDrawn="1"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7" name="Google Shape;18528;p10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38" name="Google Shape;18529;p10"/>
          <p:cNvSpPr/>
          <p:nvPr/>
        </p:nvSpPr>
        <p:spPr>
          <a:xfrm>
            <a:off x="153891" y="195432"/>
            <a:ext cx="20626200" cy="912230"/>
          </a:xfrm>
          <a:prstGeom prst="roundRect">
            <a:avLst>
              <a:gd name="adj" fmla="val 50000"/>
            </a:avLst>
          </a:prstGeom>
          <a:solidFill>
            <a:srgbClr val="233470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39" name="Google Shape;18709;p22"/>
          <p:cNvSpPr txBox="1"/>
          <p:nvPr/>
        </p:nvSpPr>
        <p:spPr>
          <a:xfrm>
            <a:off x="16804890" y="435646"/>
            <a:ext cx="375640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Exercices pratiques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2DB6805A-DA73-7C96-641E-9CB2C23C775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51746" y="4443643"/>
            <a:ext cx="21439304" cy="6607175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429BA6-06E9-D7DC-A98D-C683D729CB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82404" y="1828576"/>
            <a:ext cx="13819188" cy="12334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6200" b="1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6200" b="1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B0B783D-D1CE-456E-27E3-7C6BA732F21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FC8F89BD-0F82-3078-94D1-7B6DFFD2A00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4" name="Numéro de diapositive">
            <a:extLst>
              <a:ext uri="{FF2B5EF4-FFF2-40B4-BE49-F238E27FC236}">
                <a16:creationId xmlns:a16="http://schemas.microsoft.com/office/drawing/2014/main" id="{69EA240A-FF8B-A4EE-2E41-C1DD663585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621093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ynthè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Google Shape;29;p43"/>
          <p:cNvSpPr/>
          <p:nvPr userDrawn="1"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7" name="Google Shape;18528;p10"/>
          <p:cNvSpPr/>
          <p:nvPr/>
        </p:nvSpPr>
        <p:spPr>
          <a:xfrm>
            <a:off x="153891" y="195432"/>
            <a:ext cx="24076214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BAD656DB-3B1B-8145-E63B-CEE87DBD469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51746" y="4443643"/>
            <a:ext cx="21439304" cy="6607175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54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7" name="Google Shape;18949;p38">
            <a:extLst>
              <a:ext uri="{FF2B5EF4-FFF2-40B4-BE49-F238E27FC236}">
                <a16:creationId xmlns:a16="http://schemas.microsoft.com/office/drawing/2014/main" id="{CA6689D6-69F9-453D-C05C-F0C4BC7D297A}"/>
              </a:ext>
            </a:extLst>
          </p:cNvPr>
          <p:cNvSpPr/>
          <p:nvPr userDrawn="1"/>
        </p:nvSpPr>
        <p:spPr>
          <a:xfrm>
            <a:off x="146304" y="192022"/>
            <a:ext cx="24091392" cy="914404"/>
          </a:xfrm>
          <a:prstGeom prst="roundRect">
            <a:avLst>
              <a:gd name="adj" fmla="val 50000"/>
            </a:avLst>
          </a:prstGeom>
          <a:solidFill>
            <a:srgbClr val="23367A"/>
          </a:solidFill>
          <a:ln w="25400">
            <a:solidFill>
              <a:srgbClr val="23367A"/>
            </a:solidFill>
            <a:miter lim="4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8" name="Google Shape;18709;p22">
            <a:extLst>
              <a:ext uri="{FF2B5EF4-FFF2-40B4-BE49-F238E27FC236}">
                <a16:creationId xmlns:a16="http://schemas.microsoft.com/office/drawing/2014/main" id="{1A5427C5-B32B-CFE0-B18F-3EAFDBAE27BD}"/>
              </a:ext>
            </a:extLst>
          </p:cNvPr>
          <p:cNvSpPr txBox="1"/>
          <p:nvPr userDrawn="1"/>
        </p:nvSpPr>
        <p:spPr>
          <a:xfrm>
            <a:off x="21066642" y="435646"/>
            <a:ext cx="375640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/>
              <a:t>Conclusion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7E44408-00AE-15D4-B37B-FFD69C2E5AAF}"/>
              </a:ext>
            </a:extLst>
          </p:cNvPr>
          <p:cNvSpPr txBox="1"/>
          <p:nvPr userDrawn="1"/>
        </p:nvSpPr>
        <p:spPr>
          <a:xfrm>
            <a:off x="7658909" y="2089127"/>
            <a:ext cx="9066178" cy="1152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6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eonik MGEN"/>
                <a:sym typeface="Aeonik MGEN"/>
              </a:rPr>
              <a:t>Synthèse</a:t>
            </a:r>
            <a:endParaRPr kumimoji="0" lang="fr-FR" sz="6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eonik MGEN"/>
              <a:ea typeface="+mn-ea"/>
              <a:cs typeface="+mn-cs"/>
              <a:sym typeface="Aeonik MGEN Medium"/>
            </a:endParaRPr>
          </a:p>
        </p:txBody>
      </p:sp>
      <p:sp>
        <p:nvSpPr>
          <p:cNvPr id="11" name="Espace réservé du texte 7">
            <a:extLst>
              <a:ext uri="{FF2B5EF4-FFF2-40B4-BE49-F238E27FC236}">
                <a16:creationId xmlns:a16="http://schemas.microsoft.com/office/drawing/2014/main" id="{3BCC6E94-1086-766F-4BE3-C83806D7B77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8B3E768A-477A-BEF5-BE55-A8528EE47D4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3" name="Numéro de diapositive">
            <a:extLst>
              <a:ext uri="{FF2B5EF4-FFF2-40B4-BE49-F238E27FC236}">
                <a16:creationId xmlns:a16="http://schemas.microsoft.com/office/drawing/2014/main" id="{921F64C6-6344-B303-444B-52C2541BCED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69393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ur aller plus lo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68" name="Google Shape;18941;p38"/>
          <p:cNvSpPr/>
          <p:nvPr/>
        </p:nvSpPr>
        <p:spPr>
          <a:xfrm>
            <a:off x="153890" y="195432"/>
            <a:ext cx="24076216" cy="91223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69" name="Google Shape;18942;p38"/>
          <p:cNvSpPr/>
          <p:nvPr/>
        </p:nvSpPr>
        <p:spPr>
          <a:xfrm>
            <a:off x="146304" y="192022"/>
            <a:ext cx="24091392" cy="914404"/>
          </a:xfrm>
          <a:prstGeom prst="roundRect">
            <a:avLst>
              <a:gd name="adj" fmla="val 50000"/>
            </a:avLst>
          </a:prstGeom>
          <a:solidFill>
            <a:srgbClr val="5C6FA9"/>
          </a:solidFill>
          <a:ln w="25400">
            <a:solidFill>
              <a:srgbClr val="5C6FA9"/>
            </a:solidFill>
            <a:miter lim="4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70" name="Google Shape;18943;p38"/>
          <p:cNvSpPr txBox="1"/>
          <p:nvPr/>
        </p:nvSpPr>
        <p:spPr>
          <a:xfrm>
            <a:off x="146304" y="528573"/>
            <a:ext cx="2312773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1600" b="1">
                <a:solidFill>
                  <a:srgbClr val="9ADCB5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Conclusion</a:t>
            </a:r>
          </a:p>
        </p:txBody>
      </p:sp>
      <p:sp>
        <p:nvSpPr>
          <p:cNvPr id="271" name="Google Shape;18945;p38"/>
          <p:cNvSpPr txBox="1"/>
          <p:nvPr/>
        </p:nvSpPr>
        <p:spPr>
          <a:xfrm>
            <a:off x="6431276" y="1989808"/>
            <a:ext cx="11521448" cy="112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10000"/>
              </a:lnSpc>
              <a:defRPr sz="62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/>
              <a:t>Pour </a:t>
            </a:r>
            <a:r>
              <a:rPr dirty="0" err="1"/>
              <a:t>aller</a:t>
            </a:r>
            <a:r>
              <a:rPr dirty="0"/>
              <a:t> plus loin</a:t>
            </a:r>
          </a:p>
        </p:txBody>
      </p:sp>
      <p:sp>
        <p:nvSpPr>
          <p:cNvPr id="272" name="Google Shape;18949;p38"/>
          <p:cNvSpPr/>
          <p:nvPr/>
        </p:nvSpPr>
        <p:spPr>
          <a:xfrm>
            <a:off x="146304" y="192022"/>
            <a:ext cx="24091392" cy="914404"/>
          </a:xfrm>
          <a:prstGeom prst="roundRect">
            <a:avLst>
              <a:gd name="adj" fmla="val 50000"/>
            </a:avLst>
          </a:prstGeom>
          <a:solidFill>
            <a:srgbClr val="23367A"/>
          </a:solidFill>
          <a:ln w="25400">
            <a:solidFill>
              <a:srgbClr val="23367A"/>
            </a:solidFill>
            <a:miter lim="4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73" name="Google Shape;18709;p22"/>
          <p:cNvSpPr txBox="1"/>
          <p:nvPr/>
        </p:nvSpPr>
        <p:spPr>
          <a:xfrm>
            <a:off x="21066642" y="435646"/>
            <a:ext cx="375640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rPr dirty="0"/>
              <a:t>Conclusion</a:t>
            </a:r>
          </a:p>
        </p:txBody>
      </p:sp>
      <p:pic>
        <p:nvPicPr>
          <p:cNvPr id="274" name="Google Shape;18948;p38" descr="Google Shape;18948;p3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119412" y="2551058"/>
            <a:ext cx="10264588" cy="1157591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49FA8B9C-EAD6-CC35-2C55-969C01572E2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95083" y="3994455"/>
            <a:ext cx="14200094" cy="912231"/>
          </a:xfrm>
          <a:prstGeom prst="rect">
            <a:avLst/>
          </a:prstGeom>
        </p:spPr>
        <p:txBody>
          <a:bodyPr>
            <a:normAutofit/>
          </a:bodyPr>
          <a:lstStyle>
            <a:lvl1pPr indent="0"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64D65CF3-0AE2-AF0A-865F-0A7404DA193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DCD41C19-92CC-356D-7934-CA204E2248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3" name="Numéro de diapositive">
            <a:extLst>
              <a:ext uri="{FF2B5EF4-FFF2-40B4-BE49-F238E27FC236}">
                <a16:creationId xmlns:a16="http://schemas.microsoft.com/office/drawing/2014/main" id="{6D174454-92AF-87DC-9AF7-970A6E25398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339268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vopt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;p43" descr="Google Shape;28;p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30" y="12115800"/>
            <a:ext cx="1497696" cy="1497690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Google Shape;29;p43"/>
          <p:cNvSpPr/>
          <p:nvPr/>
        </p:nvSpPr>
        <p:spPr>
          <a:xfrm>
            <a:off x="20171586" y="12737406"/>
            <a:ext cx="9" cy="241999"/>
          </a:xfrm>
          <a:prstGeom prst="line">
            <a:avLst/>
          </a:prstGeom>
          <a:ln w="25400">
            <a:solidFill>
              <a:srgbClr val="000000"/>
            </a:solidFill>
            <a:miter lim="80"/>
          </a:ln>
        </p:spPr>
        <p:txBody>
          <a:bodyPr lIns="91437" tIns="91437" rIns="91437" bIns="91437"/>
          <a:lstStyle/>
          <a:p>
            <a:pPr defTabSz="1828800">
              <a:lnSpc>
                <a:spcPct val="150000"/>
              </a:lnSpc>
              <a:defRPr sz="3000" b="1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6" name="Google Shape;18960;g3f58bbf5b4f_0_3"/>
          <p:cNvSpPr/>
          <p:nvPr/>
        </p:nvSpPr>
        <p:spPr>
          <a:xfrm>
            <a:off x="153890" y="195432"/>
            <a:ext cx="24076204" cy="912000"/>
          </a:xfrm>
          <a:prstGeom prst="roundRect">
            <a:avLst>
              <a:gd name="adj" fmla="val 50000"/>
            </a:avLst>
          </a:prstGeom>
          <a:solidFill>
            <a:srgbClr val="5F6FA9"/>
          </a:solidFill>
          <a:ln w="12700">
            <a:miter lim="400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87" name="Google Shape;18963;g3f58bbf5b4f_0_3"/>
          <p:cNvSpPr txBox="1"/>
          <p:nvPr/>
        </p:nvSpPr>
        <p:spPr>
          <a:xfrm>
            <a:off x="1374684" y="5534728"/>
            <a:ext cx="11868000" cy="507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spAutoFit/>
          </a:bodyPr>
          <a:lstStyle/>
          <a:p>
            <a:pPr defTabSz="1828800">
              <a:lnSpc>
                <a:spcPct val="150000"/>
              </a:lnSpc>
              <a:defRPr sz="4600" b="1">
                <a:latin typeface="Aeonik MGEN"/>
                <a:ea typeface="Aeonik MGEN"/>
                <a:cs typeface="Aeonik MGEN"/>
                <a:sym typeface="Aeonik MGEN"/>
              </a:defRPr>
            </a:pPr>
            <a:r>
              <a:t>Découvrez Vivoptim, la plateforme MGEN dédiée au bien-être, à la gestion du stress et à l’équilibre professionnel.</a:t>
            </a:r>
          </a:p>
          <a:p>
            <a:pPr defTabSz="1828800">
              <a:lnSpc>
                <a:spcPct val="150000"/>
              </a:lnSpc>
              <a:defRPr sz="4600" b="1"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  <a:p>
            <a:pPr defTabSz="1828800">
              <a:lnSpc>
                <a:spcPct val="150000"/>
              </a:lnSpc>
              <a:defRPr sz="4600" b="1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eonik MGEN"/>
                <a:ea typeface="Aeonik MGEN"/>
                <a:cs typeface="Aeonik MGEN"/>
                <a:sym typeface="Aeonik MGEN"/>
              </a:defRPr>
            </a:pPr>
            <a:r>
              <a:rPr>
                <a:hlinkClick r:id="rId3"/>
              </a:rPr>
              <a:t>www.vivoptim.com</a:t>
            </a:r>
          </a:p>
        </p:txBody>
      </p:sp>
      <p:sp>
        <p:nvSpPr>
          <p:cNvPr id="288" name="Google Shape;18964;g3f58bbf5b4f_0_3"/>
          <p:cNvSpPr txBox="1"/>
          <p:nvPr/>
        </p:nvSpPr>
        <p:spPr>
          <a:xfrm>
            <a:off x="5011106" y="2514821"/>
            <a:ext cx="14361789" cy="112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spAutoFit/>
          </a:bodyPr>
          <a:lstStyle>
            <a:lvl1pPr algn="ctr" defTabSz="1828800">
              <a:lnSpc>
                <a:spcPct val="110000"/>
              </a:lnSpc>
              <a:defRPr sz="6200" b="1"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Prolongez la démarche avec Vivoptim</a:t>
            </a:r>
          </a:p>
        </p:txBody>
      </p:sp>
      <p:pic>
        <p:nvPicPr>
          <p:cNvPr id="289" name="Google Shape;18965;g3f58bbf5b4f_0_3" descr="Google Shape;18965;g3f58bbf5b4f_0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4134" y="3787168"/>
            <a:ext cx="5980237" cy="8456625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Google Shape;18949;p38"/>
          <p:cNvSpPr/>
          <p:nvPr/>
        </p:nvSpPr>
        <p:spPr>
          <a:xfrm>
            <a:off x="146304" y="192022"/>
            <a:ext cx="24091392" cy="914404"/>
          </a:xfrm>
          <a:prstGeom prst="roundRect">
            <a:avLst>
              <a:gd name="adj" fmla="val 50000"/>
            </a:avLst>
          </a:prstGeom>
          <a:solidFill>
            <a:srgbClr val="23367A"/>
          </a:solidFill>
          <a:ln w="25400">
            <a:solidFill>
              <a:srgbClr val="23367A"/>
            </a:solidFill>
            <a:miter lim="4000"/>
          </a:ln>
        </p:spPr>
        <p:txBody>
          <a:bodyPr lIns="91437" tIns="91437" rIns="91437" bIns="91437" anchor="ctr"/>
          <a:lstStyle/>
          <a:p>
            <a:pPr algn="ctr" defTabSz="1828800">
              <a:defRPr sz="20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pPr>
            <a:endParaRPr/>
          </a:p>
        </p:txBody>
      </p:sp>
      <p:sp>
        <p:nvSpPr>
          <p:cNvPr id="291" name="Google Shape;18709;p22"/>
          <p:cNvSpPr txBox="1"/>
          <p:nvPr/>
        </p:nvSpPr>
        <p:spPr>
          <a:xfrm>
            <a:off x="21066642" y="435646"/>
            <a:ext cx="375640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828800">
              <a:defRPr sz="2800">
                <a:solidFill>
                  <a:srgbClr val="96DCAA"/>
                </a:solidFill>
                <a:latin typeface="Aeonik MGEN"/>
                <a:ea typeface="Aeonik MGEN"/>
                <a:cs typeface="Aeonik MGEN"/>
                <a:sym typeface="Aeonik MGEN"/>
              </a:defRPr>
            </a:lvl1pPr>
          </a:lstStyle>
          <a:p>
            <a:r>
              <a:t>Conclusion</a:t>
            </a:r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9D15A609-040D-25C8-40B1-46B7007F917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624289" y="12703541"/>
            <a:ext cx="3403600" cy="203200"/>
          </a:xfrm>
          <a:prstGeom prst="rect">
            <a:avLst/>
          </a:prstGeom>
        </p:spPr>
        <p:txBody>
          <a:bodyPr/>
          <a:lstStyle>
            <a:lvl1pPr indent="0" algn="r">
              <a:defRPr sz="1800"/>
            </a:lvl1pPr>
            <a:lvl2pPr algn="r"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7" name="Espace réservé du texte 9">
            <a:extLst>
              <a:ext uri="{FF2B5EF4-FFF2-40B4-BE49-F238E27FC236}">
                <a16:creationId xmlns:a16="http://schemas.microsoft.com/office/drawing/2014/main" id="{14E0F422-7D1D-7B01-26FE-C6673EBBA8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315294" y="12703541"/>
            <a:ext cx="2332037" cy="203200"/>
          </a:xfrm>
          <a:prstGeom prst="rect">
            <a:avLst/>
          </a:prstGeom>
        </p:spPr>
        <p:txBody>
          <a:bodyPr/>
          <a:lstStyle>
            <a:lvl1pPr indent="0">
              <a:spcBef>
                <a:spcPts val="2000"/>
              </a:spcBef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fr-FR" dirty="0"/>
          </a:p>
        </p:txBody>
      </p:sp>
      <p:sp>
        <p:nvSpPr>
          <p:cNvPr id="2" name="Numéro de diapositive">
            <a:extLst>
              <a:ext uri="{FF2B5EF4-FFF2-40B4-BE49-F238E27FC236}">
                <a16:creationId xmlns:a16="http://schemas.microsoft.com/office/drawing/2014/main" id="{A03297E1-7BD0-1647-031A-6F1CA380BB1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093093" y="12635806"/>
            <a:ext cx="986088" cy="2032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 b="0" i="0" u="none" strike="noStrike" cap="none" spc="0" baseline="0">
                <a:solidFill>
                  <a:srgbClr val="000000"/>
                </a:solidFill>
                <a:uFillTx/>
                <a:latin typeface="Aeonik MGEN Light"/>
                <a:ea typeface="Aeonik MGEN Light"/>
                <a:cs typeface="Aeonik MGEN Light"/>
                <a:sym typeface="Aeonik MGEN Ligh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3530915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e de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17475200" y="12712700"/>
            <a:ext cx="323478" cy="330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 dirty="0"/>
          </a:p>
        </p:txBody>
      </p:sp>
      <p:sp>
        <p:nvSpPr>
          <p:cNvPr id="299" name="Google Shape;18970;p39"/>
          <p:cNvSpPr txBox="1"/>
          <p:nvPr/>
        </p:nvSpPr>
        <p:spPr>
          <a:xfrm>
            <a:off x="745188" y="784780"/>
            <a:ext cx="22416308" cy="1281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normAutofit/>
          </a:bodyPr>
          <a:lstStyle>
            <a:lvl1pPr>
              <a:defRPr b="1"/>
            </a:lvl1pPr>
          </a:lstStyle>
          <a:p>
            <a:r>
              <a:t>Merci pour votre participation !</a:t>
            </a:r>
          </a:p>
        </p:txBody>
      </p:sp>
      <p:sp>
        <p:nvSpPr>
          <p:cNvPr id="300" name="Google Shape;18971;p39"/>
          <p:cNvSpPr txBox="1"/>
          <p:nvPr/>
        </p:nvSpPr>
        <p:spPr>
          <a:xfrm>
            <a:off x="735525" y="2064722"/>
            <a:ext cx="22912950" cy="1656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350" tIns="91350" rIns="91350" bIns="91350">
            <a:normAutofit/>
          </a:bodyPr>
          <a:lstStyle/>
          <a:p>
            <a:pPr defTabSz="1591055">
              <a:lnSpc>
                <a:spcPct val="72000"/>
              </a:lnSpc>
              <a:spcBef>
                <a:spcPts val="1700"/>
              </a:spcBef>
              <a:defRPr sz="4698">
                <a:latin typeface="Aeonik MGEN Light"/>
                <a:ea typeface="Aeonik MGEN Light"/>
                <a:cs typeface="Aeonik MGEN Light"/>
                <a:sym typeface="Aeonik MGEN Light"/>
              </a:defRPr>
            </a:pPr>
            <a:r>
              <a:rPr dirty="0"/>
              <a:t>Merci pour </a:t>
            </a:r>
            <a:r>
              <a:rPr dirty="0" err="1"/>
              <a:t>votre</a:t>
            </a:r>
            <a:r>
              <a:rPr dirty="0"/>
              <a:t> engagement et la richesse de </a:t>
            </a:r>
            <a:r>
              <a:rPr dirty="0" err="1"/>
              <a:t>vos</a:t>
            </a:r>
            <a:r>
              <a:rPr dirty="0"/>
              <a:t> </a:t>
            </a:r>
            <a:r>
              <a:rPr dirty="0" err="1"/>
              <a:t>échanges</a:t>
            </a:r>
            <a:r>
              <a:rPr dirty="0"/>
              <a:t>.</a:t>
            </a:r>
            <a:endParaRPr sz="2958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1591055">
              <a:lnSpc>
                <a:spcPct val="72000"/>
              </a:lnSpc>
              <a:spcBef>
                <a:spcPts val="1700"/>
              </a:spcBef>
              <a:defRPr sz="4698">
                <a:latin typeface="Aeonik MGEN Light"/>
                <a:ea typeface="Aeonik MGEN Light"/>
                <a:cs typeface="Aeonik MGEN Light"/>
                <a:sym typeface="Aeonik MGEN Light"/>
              </a:defRPr>
            </a:pPr>
            <a:r>
              <a:rPr dirty="0"/>
              <a:t>Nous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souhaitons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belle continuation dans </a:t>
            </a:r>
            <a:r>
              <a:rPr dirty="0" err="1"/>
              <a:t>vos</a:t>
            </a:r>
            <a:r>
              <a:rPr dirty="0"/>
              <a:t> </a:t>
            </a:r>
            <a:r>
              <a:rPr dirty="0" err="1"/>
              <a:t>projets</a:t>
            </a:r>
            <a:r>
              <a:rPr dirty="0"/>
              <a:t>.</a:t>
            </a:r>
          </a:p>
        </p:txBody>
      </p:sp>
      <p:pic>
        <p:nvPicPr>
          <p:cNvPr id="302" name="Google Shape;18973;p39" descr="Google Shape;18973;p39"/>
          <p:cNvPicPr>
            <a:picLocks noChangeAspect="1"/>
          </p:cNvPicPr>
          <p:nvPr/>
        </p:nvPicPr>
        <p:blipFill>
          <a:blip r:embed="rId2"/>
          <a:srcRect t="15713"/>
          <a:stretch>
            <a:fillRect/>
          </a:stretch>
        </p:blipFill>
        <p:spPr>
          <a:xfrm>
            <a:off x="-6" y="6813205"/>
            <a:ext cx="24384008" cy="8218873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Google Shape;18974;p39" descr="Google Shape;18974;p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3474" y="4223658"/>
            <a:ext cx="5268691" cy="526868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Espace réservé du texte 8">
            <a:extLst>
              <a:ext uri="{FF2B5EF4-FFF2-40B4-BE49-F238E27FC236}">
                <a16:creationId xmlns:a16="http://schemas.microsoft.com/office/drawing/2014/main" id="{9A552291-3FD4-9984-E38D-44273D9E33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93775" y="5486400"/>
            <a:ext cx="11531600" cy="9318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1pPr>
            <a:lvl2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2pPr>
            <a:lvl3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3pPr>
            <a:lvl4pPr>
              <a:defRPr lang="fr-FR" sz="3200" b="0" i="0" u="none" strike="noStrike" cap="none" spc="0" baseline="0" dirty="0" smtClean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4pPr>
            <a:lvl5pPr>
              <a:defRPr lang="fr-FR" sz="3200" b="0" i="0" u="none" strike="noStrike" cap="none" spc="0" baseline="0" dirty="0">
                <a:solidFill>
                  <a:srgbClr val="000000"/>
                </a:solidFill>
                <a:uFillTx/>
                <a:latin typeface="Aeonik MGEN"/>
                <a:ea typeface="Aeonik MGEN"/>
                <a:cs typeface="Aeonik MGEN"/>
                <a:sym typeface="Aeonik MGEN Light"/>
              </a:defRPr>
            </a:lvl5pPr>
          </a:lstStyle>
          <a:p>
            <a:pPr lvl="0"/>
            <a:endParaRPr lang="fr-FR"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;p40" descr="Google Shape;6;p40"/>
          <p:cNvPicPr>
            <a:picLocks noChangeAspect="1"/>
          </p:cNvPicPr>
          <p:nvPr userDrawn="1"/>
        </p:nvPicPr>
        <p:blipFill>
          <a:blip r:embed="rId20"/>
          <a:srcRect t="21668" b="36339"/>
          <a:stretch>
            <a:fillRect/>
          </a:stretch>
        </p:blipFill>
        <p:spPr>
          <a:xfrm>
            <a:off x="-86848" y="6857991"/>
            <a:ext cx="24470848" cy="6858009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Google Shape;9;p40" descr="Google Shape;9;p40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465138" y="4223660"/>
            <a:ext cx="5268691" cy="5268682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53" r:id="rId2"/>
    <p:sldLayoutId id="2147483686" r:id="rId3"/>
    <p:sldLayoutId id="2147483650" r:id="rId4"/>
    <p:sldLayoutId id="2147483685" r:id="rId5"/>
    <p:sldLayoutId id="2147483655" r:id="rId6"/>
    <p:sldLayoutId id="2147483652" r:id="rId7"/>
    <p:sldLayoutId id="2147483656" r:id="rId8"/>
    <p:sldLayoutId id="2147483657" r:id="rId9"/>
    <p:sldLayoutId id="2147483684" r:id="rId10"/>
    <p:sldLayoutId id="2147483682" r:id="rId11"/>
    <p:sldLayoutId id="2147483660" r:id="rId12"/>
    <p:sldLayoutId id="2147483683" r:id="rId13"/>
    <p:sldLayoutId id="2147483671" r:id="rId14"/>
    <p:sldLayoutId id="2147483676" r:id="rId15"/>
    <p:sldLayoutId id="2147483673" r:id="rId16"/>
    <p:sldLayoutId id="2147483674" r:id="rId17"/>
    <p:sldLayoutId id="2147483666" r:id="rId18"/>
  </p:sldLayoutIdLst>
  <p:transition spd="med"/>
  <p:hf sldNum="0" hdr="0" ftr="0" dt="0"/>
  <p:txStyles>
    <p:titleStyle>
      <a:lvl1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 dirty="0">
          <a:solidFill>
            <a:srgbClr val="000000"/>
          </a:solidFill>
          <a:uFillTx/>
          <a:latin typeface="+mn-lt"/>
          <a:ea typeface="+mn-ea"/>
          <a:cs typeface="+mn-cs"/>
          <a:sym typeface="Aeonik MGEN Light"/>
        </a:defRPr>
      </a:lvl1pPr>
      <a:lvl2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2pPr>
      <a:lvl3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3pPr>
      <a:lvl4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4pPr>
      <a:lvl5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5pPr>
      <a:lvl6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6pPr>
      <a:lvl7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7pPr>
      <a:lvl8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8pPr>
      <a:lvl9pPr marL="0" marR="0" indent="0" algn="l" defTabSz="17190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eonik MGEN Medium"/>
        </a:defRPr>
      </a:lvl9pPr>
    </p:titleStyle>
    <p:bodyStyle>
      <a:lvl1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 dirty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1pPr>
      <a:lvl2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 dirty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2pPr>
      <a:lvl3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 dirty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3pPr>
      <a:lvl4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 dirty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4pPr>
      <a:lvl5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 dirty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5pPr>
      <a:lvl6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6pPr>
      <a:lvl7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7pPr>
      <a:lvl8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8pPr>
      <a:lvl9pPr marL="0" marR="0" indent="228600" algn="l" defTabSz="1828800" rtl="0" latinLnBrk="0">
        <a:lnSpc>
          <a:spcPct val="72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rgbClr val="000000"/>
          </a:solidFill>
          <a:uFillTx/>
          <a:latin typeface="Aeonik MGEN Light"/>
          <a:ea typeface="Aeonik MGEN Light"/>
          <a:cs typeface="Aeonik MGEN Light"/>
          <a:sym typeface="Aeonik MGEN Light"/>
        </a:defRPr>
      </a:lvl9pPr>
    </p:bodyStyle>
    <p:otherStyle>
      <a:lvl1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1pPr>
      <a:lvl2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2pPr>
      <a:lvl3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3pPr>
      <a:lvl4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4pPr>
      <a:lvl5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5pPr>
      <a:lvl6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6pPr>
      <a:lvl7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7pPr>
      <a:lvl8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8pPr>
      <a:lvl9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eonik MGEN"/>
        </a:defRPr>
      </a:lvl9pPr>
    </p:otherStyle>
  </p:txStyles>
</p:sldMaster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eonik MGEN Medium"/>
        <a:ea typeface="Aeonik MGEN Medium"/>
        <a:cs typeface="Aeonik MGEN Medium"/>
      </a:majorFont>
      <a:minorFont>
        <a:latin typeface="Aeonik MGEN Medium"/>
        <a:ea typeface="Aeonik MGEN Medium"/>
        <a:cs typeface="Aeonik MGEN Medium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19072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eonik MGEN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Aeonik MGEN Medium"/>
        <a:ea typeface="Aeonik MGEN Medium"/>
        <a:cs typeface="Aeonik MGEN Medium"/>
      </a:majorFont>
      <a:minorFont>
        <a:latin typeface="Aeonik MGEN Medium"/>
        <a:ea typeface="Aeonik MGEN Medium"/>
        <a:cs typeface="Aeonik MGEN Medium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19072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eonik MGEN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c7adc1-b852-4dfe-994d-c23d70d3dbf5}" enabled="0" method="" siteId="{46c7adc1-b852-4dfe-994d-c23d70d3dbf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0</Words>
  <Application>Microsoft Office PowerPoint</Application>
  <PresentationFormat>Personnalisé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7" baseType="lpstr">
      <vt:lpstr>Aeonik MGEN</vt:lpstr>
      <vt:lpstr>Aeonik MGEN Light</vt:lpstr>
      <vt:lpstr>Aptos</vt:lpstr>
      <vt:lpstr>Arial</vt:lpstr>
      <vt:lpstr>Helvetica Neue</vt:lpstr>
      <vt:lpstr>Wingdings</vt:lpstr>
      <vt:lpstr>21_BasicWhite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 ROUX-GODEL Simon</dc:creator>
  <cp:lastModifiedBy>LE ROUX-GODEL Simon</cp:lastModifiedBy>
  <cp:revision>6</cp:revision>
  <dcterms:modified xsi:type="dcterms:W3CDTF">2026-07-30T09:56:24Z</dcterms:modified>
</cp:coreProperties>
</file>